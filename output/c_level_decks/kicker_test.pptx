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0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114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 b="1">
                <a:solidFill>
                  <a:srgbClr val="3D3B3B"/>
                </a:solidFill>
                <a:latin typeface="Arial"/>
              </a:rPr>
              <a:t>01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502920"/>
            <a:ext cx="566928" cy="32004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6873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002313"/>
                </a:solidFill>
                <a:latin typeface="Arial"/>
              </a:rPr>
              <a:t>Line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005840"/>
            <a:ext cx="1136873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>
                <a:solidFill>
                  <a:srgbClr val="FF462D"/>
                </a:solidFill>
                <a:latin typeface="Arial"/>
              </a:rPr>
              <a:t>Line two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51052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FF462D"/>
                </a:solidFill>
                <a:latin typeface="Arial"/>
              </a:rPr>
              <a:t>kyndryl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7055" y="6510528"/>
            <a:ext cx="21945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Kyndryl &amp; Company confidential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1624767" y="6528816"/>
            <a:ext cx="16459" cy="164592"/>
          </a:xfrm>
          <a:prstGeom prst="rect">
            <a:avLst/>
          </a:prstGeom>
          <a:solidFill>
            <a:srgbClr val="FF4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52783" y="6510528"/>
            <a:ext cx="20116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9E9287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