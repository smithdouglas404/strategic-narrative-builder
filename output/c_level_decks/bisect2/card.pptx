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4572000" cy="91440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2004" cy="91440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664208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938528"/>
            <a:ext cx="4315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