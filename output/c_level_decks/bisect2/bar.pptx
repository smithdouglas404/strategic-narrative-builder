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The Very Group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652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6520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640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ASOS plc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616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2616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640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736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THG plc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712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28712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7736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AO World plc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4808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4808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3832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928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N Brown Group plc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0904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0904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928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600.9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02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Currys plc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602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9254000000.0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