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RADAR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.0" y="3018617.28"/>
            <a:ext cx="320850.1303568622" cy="154513.2792209522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64050.130356862" y="3173130.559220952"/>
            <a:ext cx="79243.4380482356" cy="347188.18691298086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921258.389022834" y="3520318.746133933"/>
            <a:ext cx="222035.17938226368" cy="278423.30851118267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565141.6109771663" y="3798742.0546451155"/>
            <a:ext cx="356116.7780456678" cy="0.0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343106.431594902" y="3520318.746133933"/>
            <a:ext cx="222035.17938226415" cy="278423.30851118267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343106.431594902" y="3173130.559220952"/>
            <a:ext cx="79243.4380482356" cy="347188.18691298086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422349.869643138" y="3018617.28"/>
            <a:ext cx="320850.1303568622" cy="154513.2792209522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43200.0" y="2608234.56"/>
            <a:ext cx="641700.2607137249" cy="309026.5584419039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384900.260713725" y="2917261.118441904"/>
            <a:ext cx="158486.87609647075" cy="694376.3738259613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099316.778045668" y="3611637.492267865"/>
            <a:ext cx="444070.35876452783" cy="556846.6170223658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387083.221954332" y="4168484.109290231"/>
            <a:ext cx="712233.5560913356" cy="0.0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943012.8631898041" y="3611637.492267865"/>
            <a:ext cx="444070.35876452806" cy="556846.6170223658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943012.8631898041" y="2917261.118441904"/>
            <a:ext cx="158486.87609647098" cy="694376.3738259613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01499.739286275" y="2608234.56"/>
            <a:ext cx="641700.2607137249" cy="309026.5584419039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43200.0" y="2185416.0"/>
            <a:ext cx="972273.1222935226" cy="468222.0582453087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15473.1222935226" y="2653638.0582453087"/>
            <a:ext cx="240131.6304491982" cy="1052085.4148878204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282770.8758267695" y="3705723.473133129"/>
            <a:ext cx="672833.8769159513" cy="843706.9954884332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203629.1241732305" y="4549430.468621562"/>
            <a:ext cx="1079141.751653539" cy="0.0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530795.247257279" y="3705723.4731331295"/>
            <a:ext cx="672833.8769159515" cy="843706.9954884327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530795.247257279" y="2653638.0582453087"/>
            <a:ext cx="240131.63044919842" cy="1052085.4148878208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770926.8777064774" y="2185416.0"/>
            <a:ext cx="972273.1222935226" cy="468222.0582453087"/>
          </a:xfrm>
          <a:prstGeom prst="line">
            <a:avLst/>
          </a:prstGeom>
          <a:ln w="5486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743200.0" y="2185416.0"/>
            <a:ext cx="0.0" cy="1243584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40280" y="185184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Consumer Demand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2743200.0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87562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Margin &amp; Cost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743200.0" y="3429000.0"/>
            <a:ext cx="1212404.7527427208" cy="276723.47313312907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70917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Pricing &amp; Category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743200.0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876973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Supply &amp; Fulfilment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2203629.1241732305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603586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Loyalty &amp; Brand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530795.247257279" y="3429000.0"/>
            <a:ext cx="1212404.752742721" cy="276723.4731331295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09642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Omnichannel</a:t>
            </a:r>
          </a:p>
        </p:txBody>
      </p:sp>
      <p:cxnSp>
        <p:nvCxnSpPr>
          <p:cNvPr id="43" name="Connector 42"/>
          <p:cNvCxnSpPr/>
          <p:nvPr/>
        </p:nvCxnSpPr>
        <p:spPr>
          <a:xfrm flipH="1" flipV="1">
            <a:off x="1770926.8777064774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92997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Data / AI Enablement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43200.0" y="2185416.0"/>
            <a:ext cx="972273.1222935226" cy="468222.0582453087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720340" y="216255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>
            <a:off x="3551469.835161814" y="2653638.0582453087"/>
            <a:ext cx="164003.28713170858" cy="959844.257176777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692613" y="2630778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H="1">
            <a:off x="3102913.9172178465" y="3613482.315422086"/>
            <a:ext cx="448555.9179439675" cy="562471.3303256221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528609" y="3590622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H="1" flipV="1">
            <a:off x="2473414.5620866152" y="3989215.234310781"/>
            <a:ext cx="629499.3551312312" cy="186738.41143692704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080053" y="4153093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H="1" flipV="1">
            <a:off x="2136997.6236286396" y="3567361.7365665645"/>
            <a:ext cx="336416.93845797563" cy="421853.4977442166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450554" y="3966355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2136997.6236286396" y="3170546.019415103"/>
            <a:ext cx="282111.335606853" cy="396815.7171514616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114137" y="3544501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2419108.9592354926" y="2185416.0"/>
            <a:ext cx="324091.0407645074" cy="985130.0194151029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396248" y="314768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