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BULLETS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D3B3B"/>
                </a:solidFill>
                <a:latin typeface="Arial"/>
              </a:defRPr>
            </a:pPr>
            <a:r>
              <a:t>one</a:t>
            </a:r>
          </a:p>
          <a:p>
            <a:pPr>
              <a:spcAft>
                <a:spcPts val="500"/>
              </a:spcAft>
              <a:defRPr sz="1100">
                <a:solidFill>
                  <a:srgbClr val="3D3B3B"/>
                </a:solidFill>
                <a:latin typeface="Arial"/>
              </a:defRPr>
            </a:pPr>
            <a:r>
              <a:t>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