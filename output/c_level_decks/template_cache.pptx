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FFFFFF6_65758B05.xml" ContentType="application/vnd.ms-powerpoint.comments+xml"/>
  <Override PartName="/ppt/notesSlides/notesSlide6.xml" ContentType="application/vnd.openxmlformats-officedocument.presentationml.notesSlide+xml"/>
  <Override PartName="/ppt/comments/modernComment_7FFFFFF0_A6DD3ECB.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4"/>
  </p:sldMasterIdLst>
  <p:notesMasterIdLst>
    <p:notesMasterId r:id="rId12"/>
  </p:notesMasterIdLst>
  <p:sldIdLst>
    <p:sldId id="271" r:id="rId5"/>
    <p:sldId id="2147483621" r:id="rId6"/>
    <p:sldId id="257" r:id="rId7"/>
    <p:sldId id="261" r:id="rId8"/>
    <p:sldId id="2147483638" r:id="rId9"/>
    <p:sldId id="2147483632" r:id="rId10"/>
    <p:sldId id="256" r:id="rId11"/>
  </p:sldIdLst>
  <p:sldSz cx="12192000" cy="6858000"/>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7FB4836-7015-1545-AE62-E2354BF1729C}">
          <p14:sldIdLst>
            <p14:sldId id="271"/>
            <p14:sldId id="2147483621"/>
            <p14:sldId id="257"/>
            <p14:sldId id="261"/>
            <p14:sldId id="2147483638"/>
            <p14:sldId id="2147483632"/>
            <p14:sldId id="256"/>
          </p14:sldIdLst>
        </p14:section>
      </p14:sectionLst>
    </p:ext>
    <p:ext uri="{EFAFB233-063F-42B5-8137-9DF3F51BA10A}">
      <p15:sldGuideLst xmlns:p15="http://schemas.microsoft.com/office/powerpoint/2012/main">
        <p15:guide id="1" orient="horz" pos="1366" userDrawn="1">
          <p15:clr>
            <a:srgbClr val="A4A3A4"/>
          </p15:clr>
        </p15:guide>
        <p15:guide id="2" orient="horz" pos="2546" userDrawn="1">
          <p15:clr>
            <a:srgbClr val="A4A3A4"/>
          </p15:clr>
        </p15:guide>
        <p15:guide id="3" orient="horz" pos="3888" userDrawn="1">
          <p15:clr>
            <a:srgbClr val="A4A3A4"/>
          </p15:clr>
        </p15:guide>
        <p15:guide id="4"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703D0E-CAC1-AC68-F461-E52890E09B84}" name="Chris Colesell" initials="CC" userId="S::chris.colesell@kyndryl.com::71473fb5-0c3a-4b15-b71a-649455dc867a" providerId="AD"/>
  <p188:author id="{4CCC830F-4672-3864-85AB-B8D484B177E3}" name="Leena Biant" initials="LB" userId="S::leena.biant@kyndryl.com::a47acec2-4598-4646-a4c7-d172a3c2c38e" providerId="AD"/>
  <p188:author id="{E2FFD010-2B8C-9707-BD0F-0CC4ECA0BBD0}" name="Alex Yim" initials="AY" userId="S::alex.yim@kyndryl.com::2d109dc0-61c2-4517-b028-87bc822db46c" providerId="AD"/>
  <p188:author id="{66E2EC22-CDB3-0A10-3B13-2D8A8634CA0F}" name="Muneeb Ahsan" initials="MA" userId="S::muneeb.ahsan@kyndryl.com::559ed541-c98c-4777-856b-e814f7a5e5d4" providerId="AD"/>
  <p188:author id="{23F12B27-5036-C1AC-E224-6D266B87C903}" name="Corey Tabiner" initials="CT" userId="S::corey.tabiner@kyndryl.com::3c057b6b-1ac9-4afc-bc0d-29b2dcda5e55" providerId="AD"/>
  <p188:author id="{79C47036-7932-A6E0-9C32-25079049267F}" name="Adam Bray" initials="AB" userId="S::Adam.Bray@kyndryl.com::416abfee-94ee-40ba-8f0d-c199ed0b871d" providerId="AD"/>
  <p188:author id="{784F9C40-AEC7-9D88-799D-8CA43C9361AD}" name="Bethan Doughty Johnson" initials="BD" userId="S::bethan.doughtyjohnson@kyndryl.com::83edb758-d4e7-47d1-8574-e9ba31f14b4c" providerId="AD"/>
  <p188:author id="{715DCC46-1562-CD19-445D-201A5D7AFF90}" name="Josh Nokes" initials="JN" userId="S::josh.nokes@kyndryl.com::ccd2154c-f559-401a-a6ac-cdbb7e78c66e" providerId="AD"/>
  <p188:author id="{F257E14F-29E0-02B9-CE67-F75D779C3CB4}" name="Nikita Bansal" initials="NB" userId="S::Nikita.Bansal@kyndryl.com::5e711987-e98c-4c27-a23e-68d40b30836a" providerId="AD"/>
  <p188:author id="{0150A759-28CC-94A5-8A8C-F9436AA61A4D}" name="Katy Hilborne Wallace" initials="KH" userId="S::Katy.Hilborne.Wallace@kyndryl.com::0166637b-7e7d-4661-b798-1dfee4e646fa" providerId="AD"/>
  <p188:author id="{27743C7D-FEBE-1D29-CEAE-3B0413D16896}" name="Isolde Kanikani" initials="IK" userId="S::isolde.kanikani@kyndryl.com::d0fd5081-33b6-4793-924e-fb68ff29abe3" providerId="AD"/>
  <p188:author id="{A81EF09E-EAA3-D85D-22F7-62ACDD2147DC}" name="Benjamin Smith" initials="BS" userId="S::Benjamin.Smith@kyndryl.com::00acd557-9e35-4aa9-98b0-68a8fee16caf" providerId="AD"/>
  <p188:author id="{ABB93BB3-73ED-02EA-9673-75A8AC2E98B2}" name="Lydia Duro-Emanuel" initials="LD" userId="S::lydia.duro-emanuel@kyndryl.com::e1bfcb4a-4d8e-4a90-b60e-10cf370cc7f6" providerId="AD"/>
  <p188:author id="{D1C20DC3-7D7D-058F-6758-0D2BEDE6B571}" name="Samir Kumar RamCharitra Singh" initials="SS" userId="S::samir.kumar.singh@kyndryl.com::199a2b0f-7410-43a2-b0d9-c273c8e736a4" providerId="AD"/>
  <p188:author id="{25C1B3C7-5D00-54AF-6F68-1E5AFA3E3980}" name="JASMINE KAUR" initials="JK" userId="S::jasmine.kaur@kyndryl.com::dccac579-6d8a-46a0-827f-65e71413b7e8" providerId="AD"/>
  <p188:author id="{CA6511D4-9C30-3128-1545-7905343B4716}" name="Kareem Yehia" initials="KY" userId="S::kareem.yehia@kyndryl.com::479fd56a-f29e-4748-b09e-b54605c0b6e1" providerId="AD"/>
  <p188:author id="{4ED030FF-0312-AD8D-AFC2-73A51E72E01B}" name="Oscar Hamilton" initials="OH" userId="S::oscar.hamilton@kyndryl.com::2ea105fc-08dd-4974-ab17-fdf83e6b505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revete, Danielle" initials="PD" lastIdx="1" clrIdx="0">
    <p:extLst>
      <p:ext uri="{19B8F6BF-5375-455C-9EA6-DF929625EA0E}">
        <p15:presenceInfo xmlns:p15="http://schemas.microsoft.com/office/powerpoint/2012/main" userId="S::danielle.prevete@landorandfitch.com::ea741048-338b-4cc5-acdc-1e3087087a08" providerId="AD"/>
      </p:ext>
    </p:extLst>
  </p:cmAuthor>
  <p:cmAuthor id="2" name="Grace Jung" initials="GJ" lastIdx="3" clrIdx="1">
    <p:extLst>
      <p:ext uri="{19B8F6BF-5375-455C-9EA6-DF929625EA0E}">
        <p15:presenceInfo xmlns:p15="http://schemas.microsoft.com/office/powerpoint/2012/main" userId="S::grace.jung@landorandfitch.com::97d4d1cb-889a-4aa0-8ca0-500bfccc135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BFBFBF"/>
    <a:srgbClr val="030050"/>
    <a:srgbClr val="E4F4F1"/>
    <a:srgbClr val="03004F"/>
    <a:srgbClr val="E4F4F2"/>
    <a:srgbClr val="CDD8D3"/>
    <a:srgbClr val="AFCBCB"/>
    <a:srgbClr val="203F37"/>
    <a:srgbClr val="CFDA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guide orient="horz" pos="1366"/>
        <p:guide orient="horz" pos="2546"/>
        <p:guide orient="horz" pos="388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eeb Ahsan" userId="559ed541-c98c-4777-856b-e814f7a5e5d4" providerId="ADAL" clId="{387600CF-9371-4F16-8BF5-18225680AE0F}"/>
    <pc:docChg chg="undo redo custSel addSld delSld modSld modMainMaster modSection">
      <pc:chgData name="Muneeb Ahsan" userId="559ed541-c98c-4777-856b-e814f7a5e5d4" providerId="ADAL" clId="{387600CF-9371-4F16-8BF5-18225680AE0F}" dt="2026-08-03T12:12:52.047" v="381" actId="20577"/>
      <pc:docMkLst>
        <pc:docMk/>
      </pc:docMkLst>
      <pc:sldChg chg="modSp mod">
        <pc:chgData name="Muneeb Ahsan" userId="559ed541-c98c-4777-856b-e814f7a5e5d4" providerId="ADAL" clId="{387600CF-9371-4F16-8BF5-18225680AE0F}" dt="2026-07-29T11:25:16.142" v="367" actId="20577"/>
        <pc:sldMkLst>
          <pc:docMk/>
          <pc:sldMk cId="3214355230" sldId="256"/>
        </pc:sldMkLst>
        <pc:spChg chg="mod">
          <ac:chgData name="Muneeb Ahsan" userId="559ed541-c98c-4777-856b-e814f7a5e5d4" providerId="ADAL" clId="{387600CF-9371-4F16-8BF5-18225680AE0F}" dt="2026-07-29T11:25:16.142" v="367" actId="20577"/>
          <ac:spMkLst>
            <pc:docMk/>
            <pc:sldMk cId="3214355230" sldId="256"/>
            <ac:spMk id="2" creationId="{54BE7E25-B372-F362-D588-AA6C88F5EEEC}"/>
          </ac:spMkLst>
        </pc:spChg>
      </pc:sldChg>
      <pc:sldChg chg="delSp modSp add mod">
        <pc:chgData name="Muneeb Ahsan" userId="559ed541-c98c-4777-856b-e814f7a5e5d4" providerId="ADAL" clId="{387600CF-9371-4F16-8BF5-18225680AE0F}" dt="2026-07-29T10:25:06.894" v="269" actId="478"/>
        <pc:sldMkLst>
          <pc:docMk/>
          <pc:sldMk cId="4051618101" sldId="257"/>
        </pc:sldMkLst>
        <pc:spChg chg="mod">
          <ac:chgData name="Muneeb Ahsan" userId="559ed541-c98c-4777-856b-e814f7a5e5d4" providerId="ADAL" clId="{387600CF-9371-4F16-8BF5-18225680AE0F}" dt="2026-07-29T10:25:03.242" v="268" actId="20577"/>
          <ac:spMkLst>
            <pc:docMk/>
            <pc:sldMk cId="4051618101" sldId="257"/>
            <ac:spMk id="3" creationId="{A681818B-E534-345D-9C95-91D9ECED07CB}"/>
          </ac:spMkLst>
        </pc:spChg>
      </pc:sldChg>
      <pc:sldChg chg="modSp add mod">
        <pc:chgData name="Muneeb Ahsan" userId="559ed541-c98c-4777-856b-e814f7a5e5d4" providerId="ADAL" clId="{387600CF-9371-4F16-8BF5-18225680AE0F}" dt="2026-07-29T10:27:21.282" v="344" actId="20577"/>
        <pc:sldMkLst>
          <pc:docMk/>
          <pc:sldMk cId="137750929" sldId="261"/>
        </pc:sldMkLst>
        <pc:spChg chg="mod">
          <ac:chgData name="Muneeb Ahsan" userId="559ed541-c98c-4777-856b-e814f7a5e5d4" providerId="ADAL" clId="{387600CF-9371-4F16-8BF5-18225680AE0F}" dt="2026-07-29T10:27:21.282" v="344" actId="20577"/>
          <ac:spMkLst>
            <pc:docMk/>
            <pc:sldMk cId="137750929" sldId="261"/>
            <ac:spMk id="3" creationId="{94A3FD35-F0EE-C9E5-34AA-AB21E9360B43}"/>
          </ac:spMkLst>
        </pc:spChg>
      </pc:sldChg>
      <pc:sldChg chg="delSp modSp mod">
        <pc:chgData name="Muneeb Ahsan" userId="559ed541-c98c-4777-856b-e814f7a5e5d4" providerId="ADAL" clId="{387600CF-9371-4F16-8BF5-18225680AE0F}" dt="2026-08-03T12:12:52.047" v="381" actId="20577"/>
        <pc:sldMkLst>
          <pc:docMk/>
          <pc:sldMk cId="3210641714" sldId="271"/>
        </pc:sldMkLst>
        <pc:spChg chg="mod">
          <ac:chgData name="Muneeb Ahsan" userId="559ed541-c98c-4777-856b-e814f7a5e5d4" providerId="ADAL" clId="{387600CF-9371-4F16-8BF5-18225680AE0F}" dt="2026-08-03T12:12:52.047" v="381" actId="20577"/>
          <ac:spMkLst>
            <pc:docMk/>
            <pc:sldMk cId="3210641714" sldId="271"/>
            <ac:spMk id="48" creationId="{3AECA666-1E71-8BF3-241E-CE8067392335}"/>
          </ac:spMkLst>
        </pc:spChg>
        <pc:spChg chg="mod">
          <ac:chgData name="Muneeb Ahsan" userId="559ed541-c98c-4777-856b-e814f7a5e5d4" providerId="ADAL" clId="{387600CF-9371-4F16-8BF5-18225680AE0F}" dt="2026-07-29T10:18:18.689" v="67" actId="20577"/>
          <ac:spMkLst>
            <pc:docMk/>
            <pc:sldMk cId="3210641714" sldId="271"/>
            <ac:spMk id="56" creationId="{F0ABD2AD-6857-B56D-8106-053E9BA94092}"/>
          </ac:spMkLst>
        </pc:spChg>
      </pc:sldChg>
      <pc:sldChg chg="delSp modSp mod">
        <pc:chgData name="Muneeb Ahsan" userId="559ed541-c98c-4777-856b-e814f7a5e5d4" providerId="ADAL" clId="{387600CF-9371-4F16-8BF5-18225680AE0F}" dt="2026-07-29T11:24:10.278" v="347" actId="478"/>
        <pc:sldMkLst>
          <pc:docMk/>
          <pc:sldMk cId="1627486354" sldId="2147483621"/>
        </pc:sldMkLst>
        <pc:spChg chg="mod">
          <ac:chgData name="Muneeb Ahsan" userId="559ed541-c98c-4777-856b-e814f7a5e5d4" providerId="ADAL" clId="{387600CF-9371-4F16-8BF5-18225680AE0F}" dt="2026-07-29T10:24:37.038" v="183" actId="20577"/>
          <ac:spMkLst>
            <pc:docMk/>
            <pc:sldMk cId="1627486354" sldId="2147483621"/>
            <ac:spMk id="3" creationId="{F031EF75-47B7-293A-83CA-B450CFC0252A}"/>
          </ac:spMkLst>
        </pc:spChg>
      </pc:sldChg>
      <pc:sldMasterChg chg="modSldLayout">
        <pc:chgData name="Muneeb Ahsan" userId="559ed541-c98c-4777-856b-e814f7a5e5d4" providerId="ADAL" clId="{387600CF-9371-4F16-8BF5-18225680AE0F}" dt="2026-07-29T11:24:20.611" v="356" actId="20577"/>
        <pc:sldMasterMkLst>
          <pc:docMk/>
          <pc:sldMasterMk cId="2458327591" sldId="2147483762"/>
        </pc:sldMasterMkLst>
        <pc:sldLayoutChg chg="addSp delSp modSp mod">
          <pc:chgData name="Muneeb Ahsan" userId="559ed541-c98c-4777-856b-e814f7a5e5d4" providerId="ADAL" clId="{387600CF-9371-4F16-8BF5-18225680AE0F}" dt="2026-07-29T11:24:20.611" v="356" actId="20577"/>
          <pc:sldLayoutMkLst>
            <pc:docMk/>
            <pc:sldMasterMk cId="2458327591" sldId="2147483762"/>
            <pc:sldLayoutMk cId="3491884994" sldId="2147483935"/>
          </pc:sldLayoutMkLst>
          <pc:spChg chg="mod">
            <ac:chgData name="Muneeb Ahsan" userId="559ed541-c98c-4777-856b-e814f7a5e5d4" providerId="ADAL" clId="{387600CF-9371-4F16-8BF5-18225680AE0F}" dt="2026-07-29T11:24:20.611" v="356" actId="20577"/>
            <ac:spMkLst>
              <pc:docMk/>
              <pc:sldMasterMk cId="2458327591" sldId="2147483762"/>
              <pc:sldLayoutMk cId="3491884994" sldId="2147483935"/>
              <ac:spMk id="15" creationId="{ED34079A-18BD-E3C9-336B-A7E2803E62D2}"/>
            </ac:spMkLst>
          </pc:spChg>
        </pc:sldLayoutChg>
      </pc:sldMasterChg>
    </pc:docChg>
  </pc:docChgLst>
</pc:chgInfo>
</file>

<file path=ppt/comments/modernComment_7FFFFFF0_A6DD3ECB.xml><?xml version="1.0" encoding="utf-8"?>
<p188:cmLst xmlns:a="http://schemas.openxmlformats.org/drawingml/2006/main" xmlns:r="http://schemas.openxmlformats.org/officeDocument/2006/relationships" xmlns:p188="http://schemas.microsoft.com/office/powerpoint/2018/8/main">
  <p188:cm id="{6ADEC97A-7520-4564-9D36-8589FF26AA98}" authorId="{CA6511D4-9C30-3128-1545-7905343B4716}" created="2026-07-22T10:55:56.101">
    <ac:deMkLst xmlns:ac="http://schemas.microsoft.com/office/drawing/2013/main/command">
      <pc:docMk xmlns:pc="http://schemas.microsoft.com/office/powerpoint/2013/main/command"/>
      <pc:sldMk xmlns:pc="http://schemas.microsoft.com/office/powerpoint/2013/main/command" cId="2799517387" sldId="2147483632"/>
      <ac:spMk id="179" creationId="{968250A9-AD31-4E6E-B842-B144A86FE4BA}"/>
    </ac:deMkLst>
    <p188:txBody>
      <a:bodyPr/>
      <a:lstStyle/>
      <a:p>
        <a:r>
          <a:rPr lang="en-GB"/>
          <a:t>CMDB extract from April that we ingested into our baseline contains 33.9k infra CIs
Operational pop reduces to 8.7k</a:t>
        </a:r>
      </a:p>
    </p188:txBody>
  </p188:cm>
</p188:cmLst>
</file>

<file path=ppt/comments/modernComment_7FFFFFF6_65758B05.xml><?xml version="1.0" encoding="utf-8"?>
<p188:cmLst xmlns:a="http://schemas.openxmlformats.org/drawingml/2006/main" xmlns:r="http://schemas.openxmlformats.org/officeDocument/2006/relationships" xmlns:p188="http://schemas.microsoft.com/office/powerpoint/2018/8/main">
  <p188:cm id="{E2574A23-046A-C140-A186-13DA0E9DFA0E}" authorId="{F257E14F-29E0-02B9-CE67-F75D779C3CB4}" status="resolved" created="2026-06-15T14:42:21.443" startDate="2026-06-15T14:42:21.443" dueDate="2026-06-15T14:42:21.443" assignedTo="{F257E14F-29E0-02B9-CE67-F75D779C3CB4}" complete="100000" title="@Nikita Bansal to add number of findings in here ">
    <pc:sldMkLst xmlns:pc="http://schemas.microsoft.com/office/powerpoint/2013/main/command">
      <pc:docMk/>
      <pc:sldMk cId="1702202117" sldId="2147483638"/>
    </pc:sldMkLst>
    <p188:txBody>
      <a:bodyPr/>
      <a:lstStyle/>
      <a:p>
        <a:r>
          <a:rPr lang="en-US"/>
          <a:t>[@Nikita Bansal] to add number of findings in here 
</a:t>
        </a:r>
      </a:p>
    </p188:txBody>
    <p188:extLst>
      <p:ext xmlns:p="http://schemas.openxmlformats.org/presentationml/2006/main" uri="{5BB2D875-25FF-4072-B9AC-8F64D62656EB}">
        <p228:taskDetails xmlns:p228="http://schemas.microsoft.com/office/powerpoint/2022/08/main">
          <p228:history>
            <p228:event time="2026-06-15T14:42:21.443" id="{8A583F03-555A-8D41-83C6-73D4CBF7EE88}">
              <p228:atrbtn authorId="{F257E14F-29E0-02B9-CE67-F75D779C3CB4}"/>
              <p228:anchr>
                <p228:comment id="{E2574A23-046A-C140-A186-13DA0E9DFA0E}"/>
              </p228:anchr>
              <p228:add/>
            </p228:event>
            <p228:event time="2026-06-15T14:42:21.443" id="{659DD555-5FD7-ED4B-AE5C-32C4CBA19C11}">
              <p228:atrbtn authorId="{F257E14F-29E0-02B9-CE67-F75D779C3CB4}"/>
              <p228:anchr>
                <p228:comment id="{E2574A23-046A-C140-A186-13DA0E9DFA0E}"/>
              </p228:anchr>
              <p228:asgn authorId="{F257E14F-29E0-02B9-CE67-F75D779C3CB4}"/>
            </p228:event>
            <p228:event time="2026-06-15T14:42:21.443" id="{098C457D-1489-FE4D-9D93-C945F3D28758}">
              <p228:atrbtn authorId="{F257E14F-29E0-02B9-CE67-F75D779C3CB4}"/>
              <p228:anchr>
                <p228:comment id="{E2574A23-046A-C140-A186-13DA0E9DFA0E}"/>
              </p228:anchr>
              <p228:title val="@Nikita Bansal to add number of findings in here "/>
            </p228:event>
            <p228:event time="2026-06-15T14:42:21.443" id="{E683927D-73A9-E641-A447-6F0627225FC8}">
              <p228:atrbtn authorId="{F257E14F-29E0-02B9-CE67-F75D779C3CB4}"/>
              <p228:anchr>
                <p228:comment id="{E2574A23-046A-C140-A186-13DA0E9DFA0E}"/>
              </p228:anchr>
              <p228:date stDt="2026-06-15T14:42:21.443" endDt="2026-06-15T14:42:21.443"/>
            </p228:event>
            <p228:event time="2026-06-15T17:47:37.167" id="{3A441F90-086F-1849-85CC-2FD0271F62B6}">
              <p228:atrbtn authorId="{F257E14F-29E0-02B9-CE67-F75D779C3CB4}"/>
              <p228:anchr>
                <p228:comment id="{00000000-0000-0000-0000-000000000000}"/>
              </p228:anchr>
              <p228:pcntCmplt val="100000"/>
            </p228:event>
          </p228:history>
        </p228:taskDetails>
      </p:ext>
    </p188:extLst>
  </p188:cm>
  <p188:cm id="{2962FC25-C409-432D-9F0D-F6424E6626EA}" authorId="{D1C20DC3-7D7D-058F-6758-0D2BEDE6B571}" status="resolved" created="2026-07-23T09:34:56.464" startDate="2026-07-23T09:34:56.464" dueDate="2026-07-23T09:34:56.464" assignedTo="{F257E14F-29E0-02B9-CE67-F75D779C3CB4}" complete="100000" title="@Nikita Bansal - Service Mapping is the stronger objective. Dependencies alone show relationships, such as a computer linked to an operating system or an AWS Lambda function, but they do not show the service delivered. The real value comes when those …">
    <pc:sldMkLst xmlns:pc="http://schemas.microsoft.com/office/powerpoint/2013/main/command">
      <pc:docMk/>
      <pc:sldMk cId="1702202117" sldId="2147483638"/>
    </pc:sldMkLst>
    <p188:txBody>
      <a:bodyPr/>
      <a:lstStyle/>
      <a:p>
        <a:r>
          <a:rPr lang="en-US"/>
          <a:t>[@Nikita Bansal] - Service Mapping is the stronger objective. Dependencies alone show relationships, such as a computer linked to an operating system or an AWS Lambda function, but they do not show the service delivered. The real value comes when those dependencies reveal the technical service they support and how it is delivered. Dependency discovery should therefore be treated as a step toward Service Mapping.</a:t>
        </a:r>
      </a:p>
    </p188:txBody>
    <p188:extLst>
      <p:ext xmlns:p="http://schemas.openxmlformats.org/presentationml/2006/main" uri="{5BB2D875-25FF-4072-B9AC-8F64D62656EB}">
        <p228:taskDetails xmlns:p228="http://schemas.microsoft.com/office/powerpoint/2022/08/main">
          <p228:history>
            <p228:event time="2026-07-23T09:34:56.464" id="{71635824-58AA-496C-BBED-2BE7CB5FB97B}">
              <p228:atrbtn authorId="{D1C20DC3-7D7D-058F-6758-0D2BEDE6B571}"/>
              <p228:anchr>
                <p228:comment id="{2962FC25-C409-432D-9F0D-F6424E6626EA}"/>
              </p228:anchr>
              <p228:add/>
            </p228:event>
            <p228:event time="2026-07-23T09:34:56.464" id="{2D3B67D7-B19D-4CAE-BF89-ACB8B61C2DD8}">
              <p228:atrbtn authorId="{D1C20DC3-7D7D-058F-6758-0D2BEDE6B571}"/>
              <p228:anchr>
                <p228:comment id="{2962FC25-C409-432D-9F0D-F6424E6626EA}"/>
              </p228:anchr>
              <p228:asgn authorId="{F257E14F-29E0-02B9-CE67-F75D779C3CB4}"/>
            </p228:event>
            <p228:event time="2026-07-23T09:34:56.464" id="{AA8DD5AF-3007-407C-AEAE-4A376FC450B0}">
              <p228:atrbtn authorId="{D1C20DC3-7D7D-058F-6758-0D2BEDE6B571}"/>
              <p228:anchr>
                <p228:comment id="{2962FC25-C409-432D-9F0D-F6424E6626EA}"/>
              </p228:anchr>
              <p228:title val="@Nikita Bansal - Service Mapping is the stronger objective. Dependencies alone show relationships, such as a computer linked to an operating system or an AWS Lambda function, but they do not show the service delivered. The real value comes when those …"/>
            </p228:event>
            <p228:event time="2026-07-23T09:34:56.464" id="{3F398250-A9FC-456E-B8D9-F17B8A2F7BC8}">
              <p228:atrbtn authorId="{D1C20DC3-7D7D-058F-6758-0D2BEDE6B571}"/>
              <p228:anchr>
                <p228:comment id="{2962FC25-C409-432D-9F0D-F6424E6626EA}"/>
              </p228:anchr>
              <p228:date stDt="2026-07-23T09:34:56.464" endDt="2026-07-23T09:34:56.464"/>
            </p228:event>
            <p228:event time="2026-07-27T06:27:10.379" id="{B3A34320-632B-E34A-AB4D-E4424AE3C398}">
              <p228:atrbtn authorId="{F257E14F-29E0-02B9-CE67-F75D779C3CB4}"/>
              <p228:anchr>
                <p228:comment id="{00000000-0000-0000-0000-000000000000}"/>
              </p228:anchr>
              <p228:pcntCmplt val="100000"/>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4441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BA7E1BB-25B4-574B-B089-309528012E51}" type="slidenum">
              <a:rPr lang="en-US" smtClean="0"/>
              <a:pPr/>
              <a:t>1</a:t>
            </a:fld>
            <a:endParaRPr lang="en-US"/>
          </a:p>
        </p:txBody>
      </p:sp>
    </p:spTree>
    <p:extLst>
      <p:ext uri="{BB962C8B-B14F-4D97-AF65-F5344CB8AC3E}">
        <p14:creationId xmlns:p14="http://schemas.microsoft.com/office/powerpoint/2010/main" val="472698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228600" indent="-228600">
              <a:buAutoNum type="arabicPeriod"/>
            </a:pPr>
            <a:endParaRPr lang="en-GB"/>
          </a:p>
        </p:txBody>
      </p:sp>
      <p:sp>
        <p:nvSpPr>
          <p:cNvPr id="4" name="Slide Number Placeholder 3"/>
          <p:cNvSpPr>
            <a:spLocks noGrp="1"/>
          </p:cNvSpPr>
          <p:nvPr>
            <p:ph type="sldNum" sz="quarter" idx="5"/>
          </p:nvPr>
        </p:nvSpPr>
        <p:spPr/>
        <p:txBody>
          <a:bodyPr/>
          <a:lstStyle/>
          <a:p>
            <a:fld id="{2BA7E1BB-25B4-574B-B089-309528012E51}" type="slidenum">
              <a:rPr lang="en-US" smtClean="0"/>
              <a:pPr/>
              <a:t>2</a:t>
            </a:fld>
            <a:endParaRPr lang="en-US"/>
          </a:p>
        </p:txBody>
      </p:sp>
    </p:spTree>
    <p:extLst>
      <p:ext uri="{BB962C8B-B14F-4D97-AF65-F5344CB8AC3E}">
        <p14:creationId xmlns:p14="http://schemas.microsoft.com/office/powerpoint/2010/main" val="3596650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D944D-29CC-DC6C-AACD-A8B7D73FB1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24BFB-B545-9E47-16FE-CCA1BEE319C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8CFCBCD-4186-B530-10C0-36A997AA5F96}"/>
              </a:ext>
            </a:extLst>
          </p:cNvPr>
          <p:cNvSpPr>
            <a:spLocks noGrp="1"/>
          </p:cNvSpPr>
          <p:nvPr>
            <p:ph type="body" idx="1"/>
          </p:nvPr>
        </p:nvSpPr>
        <p:spPr/>
        <p:txBody>
          <a:bodyPr/>
          <a:lstStyle/>
          <a:p>
            <a:pPr marL="228600" indent="-228600">
              <a:buAutoNum type="arabicPeriod"/>
            </a:pPr>
            <a:endParaRPr lang="en-GB"/>
          </a:p>
        </p:txBody>
      </p:sp>
      <p:sp>
        <p:nvSpPr>
          <p:cNvPr id="4" name="Slide Number Placeholder 3">
            <a:extLst>
              <a:ext uri="{FF2B5EF4-FFF2-40B4-BE49-F238E27FC236}">
                <a16:creationId xmlns:a16="http://schemas.microsoft.com/office/drawing/2014/main" id="{06338F4E-5D7A-78BA-600D-B2BFEA234F9F}"/>
              </a:ext>
            </a:extLst>
          </p:cNvPr>
          <p:cNvSpPr>
            <a:spLocks noGrp="1"/>
          </p:cNvSpPr>
          <p:nvPr>
            <p:ph type="sldNum" sz="quarter" idx="5"/>
          </p:nvPr>
        </p:nvSpPr>
        <p:spPr/>
        <p:txBody>
          <a:bodyPr/>
          <a:lstStyle/>
          <a:p>
            <a:fld id="{2BA7E1BB-25B4-574B-B089-309528012E51}" type="slidenum">
              <a:rPr lang="en-US" smtClean="0"/>
              <a:pPr/>
              <a:t>3</a:t>
            </a:fld>
            <a:endParaRPr lang="en-US"/>
          </a:p>
        </p:txBody>
      </p:sp>
    </p:spTree>
    <p:extLst>
      <p:ext uri="{BB962C8B-B14F-4D97-AF65-F5344CB8AC3E}">
        <p14:creationId xmlns:p14="http://schemas.microsoft.com/office/powerpoint/2010/main" val="2125273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3F831-B5CB-5D8B-5643-D791F1B58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0249D-A629-33B3-F6A5-1550586378E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0C151F8-3049-9C79-D44A-A3999946434B}"/>
              </a:ext>
            </a:extLst>
          </p:cNvPr>
          <p:cNvSpPr>
            <a:spLocks noGrp="1"/>
          </p:cNvSpPr>
          <p:nvPr>
            <p:ph type="body" idx="1"/>
          </p:nvPr>
        </p:nvSpPr>
        <p:spPr/>
        <p:txBody>
          <a:bodyPr/>
          <a:lstStyle/>
          <a:p>
            <a:pPr marL="228600" indent="-228600">
              <a:buAutoNum type="arabicPeriod"/>
            </a:pPr>
            <a:endParaRPr lang="en-GB"/>
          </a:p>
        </p:txBody>
      </p:sp>
      <p:sp>
        <p:nvSpPr>
          <p:cNvPr id="4" name="Slide Number Placeholder 3">
            <a:extLst>
              <a:ext uri="{FF2B5EF4-FFF2-40B4-BE49-F238E27FC236}">
                <a16:creationId xmlns:a16="http://schemas.microsoft.com/office/drawing/2014/main" id="{03BD7F05-D9FF-C583-4530-9E8B9CB12E0A}"/>
              </a:ext>
            </a:extLst>
          </p:cNvPr>
          <p:cNvSpPr>
            <a:spLocks noGrp="1"/>
          </p:cNvSpPr>
          <p:nvPr>
            <p:ph type="sldNum" sz="quarter" idx="5"/>
          </p:nvPr>
        </p:nvSpPr>
        <p:spPr/>
        <p:txBody>
          <a:bodyPr/>
          <a:lstStyle/>
          <a:p>
            <a:fld id="{2BA7E1BB-25B4-574B-B089-309528012E51}" type="slidenum">
              <a:rPr lang="en-US" smtClean="0"/>
              <a:pPr/>
              <a:t>4</a:t>
            </a:fld>
            <a:endParaRPr lang="en-US"/>
          </a:p>
        </p:txBody>
      </p:sp>
    </p:spTree>
    <p:extLst>
      <p:ext uri="{BB962C8B-B14F-4D97-AF65-F5344CB8AC3E}">
        <p14:creationId xmlns:p14="http://schemas.microsoft.com/office/powerpoint/2010/main" val="702599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Service Mapping is the stronger objective. Dependencies alone show relationships, such as a computer linked to an operating system or an AWS Lambda function, but they do not show the service delivered. The real value comes when those dependencies reveal the technical service they support and how it is delivered. Dependency discovery should therefore be treated as a step toward Service Mapping.</a:t>
            </a:r>
          </a:p>
          <a:p>
            <a:endParaRPr lang="en-GB"/>
          </a:p>
        </p:txBody>
      </p:sp>
      <p:sp>
        <p:nvSpPr>
          <p:cNvPr id="4" name="Slide Number Placeholder 3"/>
          <p:cNvSpPr>
            <a:spLocks noGrp="1"/>
          </p:cNvSpPr>
          <p:nvPr>
            <p:ph type="sldNum" sz="quarter" idx="5"/>
          </p:nvPr>
        </p:nvSpPr>
        <p:spPr/>
        <p:txBody>
          <a:bodyPr/>
          <a:lstStyle/>
          <a:p>
            <a:fld id="{2BA7E1BB-25B4-574B-B089-309528012E51}" type="slidenum">
              <a:rPr lang="en-US" smtClean="0"/>
              <a:pPr/>
              <a:t>5</a:t>
            </a:fld>
            <a:endParaRPr lang="en-US"/>
          </a:p>
        </p:txBody>
      </p:sp>
    </p:spTree>
    <p:extLst>
      <p:ext uri="{BB962C8B-B14F-4D97-AF65-F5344CB8AC3E}">
        <p14:creationId xmlns:p14="http://schemas.microsoft.com/office/powerpoint/2010/main" val="3443074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BA7E1BB-25B4-574B-B089-309528012E51}" type="slidenum">
              <a:rPr lang="en-US" smtClean="0"/>
              <a:pPr/>
              <a:t>6</a:t>
            </a:fld>
            <a:endParaRPr lang="en-US"/>
          </a:p>
        </p:txBody>
      </p:sp>
    </p:spTree>
    <p:extLst>
      <p:ext uri="{BB962C8B-B14F-4D97-AF65-F5344CB8AC3E}">
        <p14:creationId xmlns:p14="http://schemas.microsoft.com/office/powerpoint/2010/main" val="14650525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PP Layou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E20B1C6E-3843-1CA5-322F-DDC6C5432BA8}"/>
              </a:ext>
            </a:extLst>
          </p:cNvPr>
          <p:cNvSpPr>
            <a:spLocks noGrp="1"/>
          </p:cNvSpPr>
          <p:nvPr>
            <p:ph type="body" sz="quarter" idx="10" hasCustomPrompt="1"/>
          </p:nvPr>
        </p:nvSpPr>
        <p:spPr>
          <a:xfrm>
            <a:off x="231776" y="266768"/>
            <a:ext cx="4165600" cy="171729"/>
          </a:xfrm>
          <a:noFill/>
        </p:spPr>
        <p:txBody>
          <a:bodyPr vert="horz" lIns="0" tIns="0" rIns="0" bIns="0" rtlCol="0" anchor="t" anchorCtr="0">
            <a:noAutofit/>
          </a:bodyPr>
          <a:lstStyle>
            <a:lvl1pPr>
              <a:buNone/>
              <a:defRPr lang="en-GB" sz="1050" dirty="0" smtClean="0">
                <a:solidFill>
                  <a:schemeClr val="tx1"/>
                </a:solidFill>
                <a:latin typeface="TWK Everett Medium" panose="020B0204000000000000" pitchFamily="34" charset="77"/>
              </a:defRPr>
            </a:lvl1pPr>
            <a:lvl2pPr>
              <a:buNone/>
              <a:defRPr/>
            </a:lvl2pPr>
          </a:lstStyle>
          <a:p>
            <a:pPr marL="0" lvl="0">
              <a:spcBef>
                <a:spcPct val="0"/>
              </a:spcBef>
              <a:buNone/>
            </a:pPr>
            <a:r>
              <a:rPr lang="en-GB"/>
              <a:t>CLICK TO EDIT MASTER TEXT STYLES</a:t>
            </a:r>
          </a:p>
        </p:txBody>
      </p:sp>
      <p:sp>
        <p:nvSpPr>
          <p:cNvPr id="11" name="Title 10">
            <a:extLst>
              <a:ext uri="{FF2B5EF4-FFF2-40B4-BE49-F238E27FC236}">
                <a16:creationId xmlns:a16="http://schemas.microsoft.com/office/drawing/2014/main" id="{20E14A74-ECCD-9E55-B849-9C45BE657C9E}"/>
              </a:ext>
            </a:extLst>
          </p:cNvPr>
          <p:cNvSpPr>
            <a:spLocks noGrp="1"/>
          </p:cNvSpPr>
          <p:nvPr>
            <p:ph type="title"/>
          </p:nvPr>
        </p:nvSpPr>
        <p:spPr>
          <a:xfrm>
            <a:off x="237035" y="672601"/>
            <a:ext cx="11734800" cy="382412"/>
          </a:xfrm>
        </p:spPr>
        <p:txBody>
          <a:bodyPr/>
          <a:lstStyle>
            <a:lvl1pPr>
              <a:defRPr sz="2800" b="0" i="0">
                <a:solidFill>
                  <a:schemeClr val="tx1"/>
                </a:solidFill>
                <a:latin typeface="TWK Everett Medium" panose="020B0204000000000000" pitchFamily="34" charset="77"/>
              </a:defRPr>
            </a:lvl1pPr>
          </a:lstStyle>
          <a:p>
            <a:r>
              <a:rPr lang="en-GB"/>
              <a:t>Click to edit Master title style</a:t>
            </a:r>
          </a:p>
        </p:txBody>
      </p:sp>
      <p:cxnSp>
        <p:nvCxnSpPr>
          <p:cNvPr id="6" name="Straight Connector 5">
            <a:extLst>
              <a:ext uri="{FF2B5EF4-FFF2-40B4-BE49-F238E27FC236}">
                <a16:creationId xmlns:a16="http://schemas.microsoft.com/office/drawing/2014/main" id="{3A5002E8-358E-9544-6BE4-629CF8EC7BC7}"/>
              </a:ext>
            </a:extLst>
          </p:cNvPr>
          <p:cNvCxnSpPr>
            <a:cxnSpLocks/>
          </p:cNvCxnSpPr>
          <p:nvPr userDrawn="1"/>
        </p:nvCxnSpPr>
        <p:spPr>
          <a:xfrm flipH="1">
            <a:off x="231776" y="501907"/>
            <a:ext cx="55530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2C1216B8-7FBE-0031-41FE-B7D37D7294D1}"/>
              </a:ext>
            </a:extLst>
          </p:cNvPr>
          <p:cNvPicPr>
            <a:picLocks noChangeAspect="1"/>
          </p:cNvPicPr>
          <p:nvPr userDrawn="1"/>
        </p:nvPicPr>
        <p:blipFill>
          <a:blip r:embed="rId2"/>
          <a:stretch>
            <a:fillRect/>
          </a:stretch>
        </p:blipFill>
        <p:spPr>
          <a:xfrm>
            <a:off x="233400" y="6330802"/>
            <a:ext cx="723467" cy="227941"/>
          </a:xfrm>
          <a:prstGeom prst="rect">
            <a:avLst/>
          </a:prstGeom>
        </p:spPr>
      </p:pic>
      <p:sp>
        <p:nvSpPr>
          <p:cNvPr id="14" name="Slide Number Placeholder 5">
            <a:extLst>
              <a:ext uri="{FF2B5EF4-FFF2-40B4-BE49-F238E27FC236}">
                <a16:creationId xmlns:a16="http://schemas.microsoft.com/office/drawing/2014/main" id="{2BB68C4C-9C15-43AA-E6CD-F05032D5B6DA}"/>
              </a:ext>
            </a:extLst>
          </p:cNvPr>
          <p:cNvSpPr txBox="1">
            <a:spLocks/>
          </p:cNvSpPr>
          <p:nvPr userDrawn="1"/>
        </p:nvSpPr>
        <p:spPr>
          <a:xfrm>
            <a:off x="11714480" y="6387530"/>
            <a:ext cx="257355" cy="145822"/>
          </a:xfrm>
          <a:prstGeom prst="rect">
            <a:avLst/>
          </a:prstGeom>
        </p:spPr>
        <p:txBody>
          <a:bodyPr lIns="0" tIns="0" rIns="0" bIns="0" numCol="1" anchor="b">
            <a:noAutofit/>
          </a:bodyPr>
          <a:lstStyle>
            <a:defPPr>
              <a:defRPr lang="en-US"/>
            </a:defPPr>
            <a:lvl1pPr marL="0" algn="r" defTabSz="914400" rtl="0" eaLnBrk="1" latinLnBrk="0" hangingPunct="1">
              <a:defRPr sz="900" b="0" i="0" kern="1200">
                <a:solidFill>
                  <a:schemeClr val="bg1">
                    <a:lumMod val="50000"/>
                  </a:schemeClr>
                </a:solidFill>
                <a:latin typeface="TWK Everett" panose="020B0204000000000000"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5D76A-9B6E-CD41-ABBE-F6C938295BAD}" type="slidenum">
              <a:rPr lang="en-GB" noProof="0" smtClean="0">
                <a:solidFill>
                  <a:schemeClr val="tx1"/>
                </a:solidFill>
              </a:rPr>
              <a:pPr/>
              <a:t>‹#›</a:t>
            </a:fld>
            <a:endParaRPr lang="en-GB" noProof="0">
              <a:solidFill>
                <a:schemeClr val="tx1"/>
              </a:solidFill>
            </a:endParaRPr>
          </a:p>
        </p:txBody>
      </p:sp>
      <p:sp>
        <p:nvSpPr>
          <p:cNvPr id="15" name="TextBox 14">
            <a:extLst>
              <a:ext uri="{FF2B5EF4-FFF2-40B4-BE49-F238E27FC236}">
                <a16:creationId xmlns:a16="http://schemas.microsoft.com/office/drawing/2014/main" id="{ED34079A-18BD-E3C9-336B-A7E2803E62D2}"/>
              </a:ext>
            </a:extLst>
          </p:cNvPr>
          <p:cNvSpPr txBox="1"/>
          <p:nvPr userDrawn="1"/>
        </p:nvSpPr>
        <p:spPr>
          <a:xfrm>
            <a:off x="9390144" y="6387530"/>
            <a:ext cx="2285883" cy="161583"/>
          </a:xfrm>
          <a:prstGeom prst="rect">
            <a:avLst/>
          </a:prstGeom>
          <a:noFill/>
        </p:spPr>
        <p:txBody>
          <a:bodyPr wrap="none" lIns="0" tIns="0" rIns="0" bIns="0" rtlCol="0">
            <a:spAutoFit/>
          </a:bodyPr>
          <a:lstStyle/>
          <a:p>
            <a:pPr algn="r"/>
            <a:r>
              <a:rPr lang="en-GB" sz="900" b="0" i="0" noProof="0" dirty="0">
                <a:solidFill>
                  <a:schemeClr val="tx1"/>
                </a:solidFill>
                <a:latin typeface="TWK Everett" panose="020B0204000000000000" pitchFamily="34" charset="77"/>
              </a:rPr>
              <a:t>Kyndryl &amp; COMPANY Confidential       </a:t>
            </a:r>
            <a:r>
              <a:rPr lang="en-GB" sz="1050" b="0" i="0" noProof="0" dirty="0">
                <a:solidFill>
                  <a:srgbClr val="FF462D"/>
                </a:solidFill>
                <a:latin typeface="TWK Everett" panose="020B0204000000000000" pitchFamily="34" charset="77"/>
              </a:rPr>
              <a:t>|</a:t>
            </a:r>
            <a:r>
              <a:rPr lang="en-GB" sz="900" b="0" i="0" noProof="0" dirty="0">
                <a:solidFill>
                  <a:srgbClr val="FF462D"/>
                </a:solidFill>
                <a:latin typeface="TWK Everett" panose="020B0204000000000000" pitchFamily="34" charset="77"/>
              </a:rPr>
              <a:t>    </a:t>
            </a:r>
          </a:p>
        </p:txBody>
      </p:sp>
      <p:sp>
        <p:nvSpPr>
          <p:cNvPr id="19" name="Text Placeholder 17">
            <a:extLst>
              <a:ext uri="{FF2B5EF4-FFF2-40B4-BE49-F238E27FC236}">
                <a16:creationId xmlns:a16="http://schemas.microsoft.com/office/drawing/2014/main" id="{A189C393-FBF7-0DE6-7FCD-494E915109F5}"/>
              </a:ext>
            </a:extLst>
          </p:cNvPr>
          <p:cNvSpPr>
            <a:spLocks noGrp="1"/>
          </p:cNvSpPr>
          <p:nvPr>
            <p:ph type="body" sz="quarter" idx="11" hasCustomPrompt="1"/>
          </p:nvPr>
        </p:nvSpPr>
        <p:spPr>
          <a:xfrm>
            <a:off x="231776" y="1139841"/>
            <a:ext cx="11734800" cy="472966"/>
          </a:xfrm>
          <a:noFill/>
        </p:spPr>
        <p:txBody>
          <a:bodyPr vert="horz" lIns="0" tIns="0" rIns="0" bIns="0" rtlCol="0" anchor="t" anchorCtr="0">
            <a:noAutofit/>
          </a:bodyPr>
          <a:lstStyle>
            <a:lvl1pPr indent="0">
              <a:buNone/>
              <a:defRPr lang="en-GB" sz="1600" b="0" i="0" dirty="0" smtClean="0">
                <a:solidFill>
                  <a:schemeClr val="accent1"/>
                </a:solidFill>
                <a:latin typeface="TWK Everett" panose="020B0204000000000000" pitchFamily="34" charset="77"/>
              </a:defRPr>
            </a:lvl1pPr>
            <a:lvl2pPr>
              <a:buNone/>
              <a:defRPr/>
            </a:lvl2pPr>
          </a:lstStyle>
          <a:p>
            <a:pPr marL="0" lvl="0">
              <a:spcBef>
                <a:spcPct val="0"/>
              </a:spcBef>
              <a:buNone/>
            </a:pPr>
            <a:r>
              <a:rPr lang="en-GB"/>
              <a:t>Click to edit master text styles</a:t>
            </a:r>
          </a:p>
        </p:txBody>
      </p:sp>
    </p:spTree>
    <p:extLst>
      <p:ext uri="{BB962C8B-B14F-4D97-AF65-F5344CB8AC3E}">
        <p14:creationId xmlns:p14="http://schemas.microsoft.com/office/powerpoint/2010/main" val="3491884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WPP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4AF3FA-226A-5DC6-41E7-7FC74A0F352F}"/>
              </a:ext>
            </a:extLst>
          </p:cNvPr>
          <p:cNvSpPr/>
          <p:nvPr userDrawn="1"/>
        </p:nvSpPr>
        <p:spPr>
          <a:xfrm>
            <a:off x="0" y="0"/>
            <a:ext cx="3048000" cy="6858000"/>
          </a:xfrm>
          <a:prstGeom prst="rect">
            <a:avLst/>
          </a:prstGeom>
          <a:solidFill>
            <a:srgbClr val="F2F1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E20B1C6E-3843-1CA5-322F-DDC6C5432BA8}"/>
              </a:ext>
            </a:extLst>
          </p:cNvPr>
          <p:cNvSpPr>
            <a:spLocks noGrp="1"/>
          </p:cNvSpPr>
          <p:nvPr>
            <p:ph type="body" sz="quarter" idx="10" hasCustomPrompt="1"/>
          </p:nvPr>
        </p:nvSpPr>
        <p:spPr>
          <a:xfrm>
            <a:off x="231776" y="266768"/>
            <a:ext cx="2585341" cy="235102"/>
          </a:xfrm>
          <a:noFill/>
        </p:spPr>
        <p:txBody>
          <a:bodyPr vert="horz" lIns="0" tIns="0" rIns="0" bIns="0" rtlCol="0" anchor="t" anchorCtr="0">
            <a:noAutofit/>
          </a:bodyPr>
          <a:lstStyle>
            <a:lvl1pPr>
              <a:buNone/>
              <a:defRPr lang="en-GB" sz="1050" dirty="0" smtClean="0">
                <a:solidFill>
                  <a:schemeClr val="tx1"/>
                </a:solidFill>
                <a:latin typeface="TWK Everett Medium" panose="020B0204000000000000" pitchFamily="34" charset="77"/>
              </a:defRPr>
            </a:lvl1pPr>
            <a:lvl2pPr>
              <a:buNone/>
              <a:defRPr/>
            </a:lvl2pPr>
          </a:lstStyle>
          <a:p>
            <a:pPr marL="0" lvl="0">
              <a:spcBef>
                <a:spcPct val="0"/>
              </a:spcBef>
              <a:buNone/>
            </a:pPr>
            <a:r>
              <a:rPr lang="en-GB"/>
              <a:t>CLICK TO EDIT MASTER TEXT STYLES</a:t>
            </a:r>
          </a:p>
        </p:txBody>
      </p:sp>
      <p:sp>
        <p:nvSpPr>
          <p:cNvPr id="11" name="Title 10">
            <a:extLst>
              <a:ext uri="{FF2B5EF4-FFF2-40B4-BE49-F238E27FC236}">
                <a16:creationId xmlns:a16="http://schemas.microsoft.com/office/drawing/2014/main" id="{20E14A74-ECCD-9E55-B849-9C45BE657C9E}"/>
              </a:ext>
            </a:extLst>
          </p:cNvPr>
          <p:cNvSpPr>
            <a:spLocks noGrp="1"/>
          </p:cNvSpPr>
          <p:nvPr>
            <p:ph type="title"/>
          </p:nvPr>
        </p:nvSpPr>
        <p:spPr>
          <a:xfrm>
            <a:off x="237035" y="672600"/>
            <a:ext cx="2585341" cy="1600698"/>
          </a:xfrm>
        </p:spPr>
        <p:txBody>
          <a:bodyPr/>
          <a:lstStyle>
            <a:lvl1pPr>
              <a:defRPr sz="2800" b="0" i="0">
                <a:solidFill>
                  <a:schemeClr val="tx1"/>
                </a:solidFill>
                <a:latin typeface="TWK Everett Medium" panose="020B0204000000000000" pitchFamily="34" charset="77"/>
              </a:defRPr>
            </a:lvl1pPr>
          </a:lstStyle>
          <a:p>
            <a:r>
              <a:rPr lang="en-GB"/>
              <a:t>Click to edit Master title style</a:t>
            </a:r>
          </a:p>
        </p:txBody>
      </p:sp>
      <p:cxnSp>
        <p:nvCxnSpPr>
          <p:cNvPr id="6" name="Straight Connector 5">
            <a:extLst>
              <a:ext uri="{FF2B5EF4-FFF2-40B4-BE49-F238E27FC236}">
                <a16:creationId xmlns:a16="http://schemas.microsoft.com/office/drawing/2014/main" id="{3A5002E8-358E-9544-6BE4-629CF8EC7BC7}"/>
              </a:ext>
            </a:extLst>
          </p:cNvPr>
          <p:cNvCxnSpPr>
            <a:cxnSpLocks/>
          </p:cNvCxnSpPr>
          <p:nvPr userDrawn="1"/>
        </p:nvCxnSpPr>
        <p:spPr>
          <a:xfrm flipH="1">
            <a:off x="231776" y="501907"/>
            <a:ext cx="55530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2C1216B8-7FBE-0031-41FE-B7D37D7294D1}"/>
              </a:ext>
            </a:extLst>
          </p:cNvPr>
          <p:cNvPicPr>
            <a:picLocks noChangeAspect="1"/>
          </p:cNvPicPr>
          <p:nvPr userDrawn="1"/>
        </p:nvPicPr>
        <p:blipFill>
          <a:blip r:embed="rId2"/>
          <a:stretch>
            <a:fillRect/>
          </a:stretch>
        </p:blipFill>
        <p:spPr>
          <a:xfrm>
            <a:off x="233400" y="6330802"/>
            <a:ext cx="723467" cy="227941"/>
          </a:xfrm>
          <a:prstGeom prst="rect">
            <a:avLst/>
          </a:prstGeom>
        </p:spPr>
      </p:pic>
      <p:sp>
        <p:nvSpPr>
          <p:cNvPr id="13" name="Freeform 12">
            <a:extLst>
              <a:ext uri="{FF2B5EF4-FFF2-40B4-BE49-F238E27FC236}">
                <a16:creationId xmlns:a16="http://schemas.microsoft.com/office/drawing/2014/main" id="{A48FFC6F-2A98-CD06-F6CD-3166BEC9908F}"/>
              </a:ext>
            </a:extLst>
          </p:cNvPr>
          <p:cNvSpPr/>
          <p:nvPr userDrawn="1"/>
        </p:nvSpPr>
        <p:spPr>
          <a:xfrm>
            <a:off x="1110004" y="6358909"/>
            <a:ext cx="60524" cy="171729"/>
          </a:xfrm>
          <a:custGeom>
            <a:avLst/>
            <a:gdLst>
              <a:gd name="connsiteX0" fmla="*/ 9367 w 138323"/>
              <a:gd name="connsiteY0" fmla="*/ 392475 h 392475"/>
              <a:gd name="connsiteX1" fmla="*/ 138324 w 138323"/>
              <a:gd name="connsiteY1" fmla="*/ 0 h 392475"/>
              <a:gd name="connsiteX2" fmla="*/ 129066 w 138323"/>
              <a:gd name="connsiteY2" fmla="*/ 0 h 392475"/>
              <a:gd name="connsiteX3" fmla="*/ 0 w 138323"/>
              <a:gd name="connsiteY3" fmla="*/ 392475 h 392475"/>
              <a:gd name="connsiteX4" fmla="*/ 9367 w 138323"/>
              <a:gd name="connsiteY4" fmla="*/ 392475 h 392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23" h="392475">
                <a:moveTo>
                  <a:pt x="9367" y="392475"/>
                </a:moveTo>
                <a:lnTo>
                  <a:pt x="138324" y="0"/>
                </a:lnTo>
                <a:lnTo>
                  <a:pt x="129066" y="0"/>
                </a:lnTo>
                <a:lnTo>
                  <a:pt x="0" y="392475"/>
                </a:lnTo>
                <a:lnTo>
                  <a:pt x="9367" y="392475"/>
                </a:lnTo>
                <a:close/>
              </a:path>
            </a:pathLst>
          </a:custGeom>
          <a:solidFill>
            <a:srgbClr val="3D3C3C"/>
          </a:solidFill>
          <a:ln w="0" cap="flat">
            <a:noFill/>
            <a:prstDash val="solid"/>
            <a:miter/>
          </a:ln>
        </p:spPr>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endParaRPr lang="en-US" sz="1250"/>
          </a:p>
        </p:txBody>
      </p:sp>
      <p:sp>
        <p:nvSpPr>
          <p:cNvPr id="14" name="Slide Number Placeholder 5">
            <a:extLst>
              <a:ext uri="{FF2B5EF4-FFF2-40B4-BE49-F238E27FC236}">
                <a16:creationId xmlns:a16="http://schemas.microsoft.com/office/drawing/2014/main" id="{2BB68C4C-9C15-43AA-E6CD-F05032D5B6DA}"/>
              </a:ext>
            </a:extLst>
          </p:cNvPr>
          <p:cNvSpPr txBox="1">
            <a:spLocks/>
          </p:cNvSpPr>
          <p:nvPr userDrawn="1"/>
        </p:nvSpPr>
        <p:spPr>
          <a:xfrm>
            <a:off x="11714480" y="6387530"/>
            <a:ext cx="257355" cy="145822"/>
          </a:xfrm>
          <a:prstGeom prst="rect">
            <a:avLst/>
          </a:prstGeom>
        </p:spPr>
        <p:txBody>
          <a:bodyPr lIns="0" tIns="0" rIns="0" bIns="0" numCol="1" anchor="b">
            <a:noAutofit/>
          </a:bodyPr>
          <a:lstStyle>
            <a:defPPr>
              <a:defRPr lang="en-US"/>
            </a:defPPr>
            <a:lvl1pPr marL="0" algn="r" defTabSz="914400" rtl="0" eaLnBrk="1" latinLnBrk="0" hangingPunct="1">
              <a:defRPr sz="900" b="0" i="0" kern="1200">
                <a:solidFill>
                  <a:schemeClr val="bg1">
                    <a:lumMod val="50000"/>
                  </a:schemeClr>
                </a:solidFill>
                <a:latin typeface="TWK Everett" panose="020B0204000000000000"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5D76A-9B6E-CD41-ABBE-F6C938295BAD}" type="slidenum">
              <a:rPr lang="en-GB" noProof="0" smtClean="0">
                <a:solidFill>
                  <a:schemeClr val="tx1"/>
                </a:solidFill>
              </a:rPr>
              <a:pPr/>
              <a:t>‹#›</a:t>
            </a:fld>
            <a:endParaRPr lang="en-GB" noProof="0">
              <a:solidFill>
                <a:schemeClr val="tx1"/>
              </a:solidFill>
            </a:endParaRPr>
          </a:p>
        </p:txBody>
      </p:sp>
      <p:sp>
        <p:nvSpPr>
          <p:cNvPr id="15" name="TextBox 14">
            <a:extLst>
              <a:ext uri="{FF2B5EF4-FFF2-40B4-BE49-F238E27FC236}">
                <a16:creationId xmlns:a16="http://schemas.microsoft.com/office/drawing/2014/main" id="{ED34079A-18BD-E3C9-336B-A7E2803E62D2}"/>
              </a:ext>
            </a:extLst>
          </p:cNvPr>
          <p:cNvSpPr txBox="1"/>
          <p:nvPr userDrawn="1"/>
        </p:nvSpPr>
        <p:spPr>
          <a:xfrm>
            <a:off x="9749216" y="6387530"/>
            <a:ext cx="1926811" cy="161583"/>
          </a:xfrm>
          <a:prstGeom prst="rect">
            <a:avLst/>
          </a:prstGeom>
          <a:noFill/>
        </p:spPr>
        <p:txBody>
          <a:bodyPr wrap="none" lIns="0" tIns="0" rIns="0" bIns="0" rtlCol="0">
            <a:spAutoFit/>
          </a:bodyPr>
          <a:lstStyle/>
          <a:p>
            <a:pPr algn="r"/>
            <a:r>
              <a:rPr lang="en-GB" sz="900" b="0" i="0" noProof="0">
                <a:solidFill>
                  <a:schemeClr val="tx1"/>
                </a:solidFill>
                <a:latin typeface="TWK Everett" panose="020B0204000000000000" pitchFamily="34" charset="77"/>
              </a:rPr>
              <a:t>Kyndryl &amp; WPP Confidential       </a:t>
            </a:r>
            <a:r>
              <a:rPr lang="en-GB" sz="1050" b="0" i="0" noProof="0">
                <a:solidFill>
                  <a:srgbClr val="FF462D"/>
                </a:solidFill>
                <a:latin typeface="TWK Everett" panose="020B0204000000000000" pitchFamily="34" charset="77"/>
              </a:rPr>
              <a:t>|</a:t>
            </a:r>
            <a:r>
              <a:rPr lang="en-GB" sz="900" b="0" i="0" noProof="0">
                <a:solidFill>
                  <a:srgbClr val="FF462D"/>
                </a:solidFill>
                <a:latin typeface="TWK Everett" panose="020B0204000000000000" pitchFamily="34" charset="77"/>
              </a:rPr>
              <a:t>    </a:t>
            </a:r>
          </a:p>
        </p:txBody>
      </p:sp>
      <p:pic>
        <p:nvPicPr>
          <p:cNvPr id="16" name="Picture 15">
            <a:extLst>
              <a:ext uri="{FF2B5EF4-FFF2-40B4-BE49-F238E27FC236}">
                <a16:creationId xmlns:a16="http://schemas.microsoft.com/office/drawing/2014/main" id="{5D355DF5-52F4-A12B-3CC1-B86CED87159A}"/>
              </a:ext>
            </a:extLst>
          </p:cNvPr>
          <p:cNvPicPr>
            <a:picLocks noChangeAspect="1"/>
          </p:cNvPicPr>
          <p:nvPr userDrawn="1"/>
        </p:nvPicPr>
        <p:blipFill>
          <a:blip r:embed="rId3">
            <a:clrChange>
              <a:clrFrom>
                <a:srgbClr val="FFFFFF"/>
              </a:clrFrom>
              <a:clrTo>
                <a:srgbClr val="FFFFFF">
                  <a:alpha val="0"/>
                </a:srgbClr>
              </a:clrTo>
            </a:clrChange>
          </a:blip>
          <a:stretch>
            <a:fillRect/>
          </a:stretch>
        </p:blipFill>
        <p:spPr>
          <a:xfrm>
            <a:off x="1323666" y="6336743"/>
            <a:ext cx="519312" cy="175017"/>
          </a:xfrm>
          <a:prstGeom prst="rect">
            <a:avLst/>
          </a:prstGeom>
        </p:spPr>
      </p:pic>
    </p:spTree>
    <p:extLst>
      <p:ext uri="{BB962C8B-B14F-4D97-AF65-F5344CB8AC3E}">
        <p14:creationId xmlns:p14="http://schemas.microsoft.com/office/powerpoint/2010/main" val="62015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AB9055CB-6CA5-2D49-B09E-1EA176EAB536}"/>
              </a:ext>
            </a:extLst>
          </p:cNvPr>
          <p:cNvSpPr>
            <a:spLocks noGrp="1"/>
          </p:cNvSpPr>
          <p:nvPr>
            <p:ph type="body" sz="quarter" idx="26" hasCustomPrompt="1"/>
          </p:nvPr>
        </p:nvSpPr>
        <p:spPr>
          <a:xfrm>
            <a:off x="224040" y="1877234"/>
            <a:ext cx="8919959" cy="3519811"/>
          </a:xfrm>
          <a:prstGeom prst="rect">
            <a:avLst/>
          </a:prstGeom>
        </p:spPr>
        <p:txBody>
          <a:bodyPr lIns="0" tIns="0" rIns="0" bIns="0">
            <a:noAutofit/>
          </a:bodyPr>
          <a:lstStyle>
            <a:lvl1pPr marL="0" indent="0">
              <a:lnSpc>
                <a:spcPct val="100000"/>
              </a:lnSpc>
              <a:buNone/>
              <a:defRPr sz="3200" b="0" i="0">
                <a:solidFill>
                  <a:srgbClr val="3D3C3C"/>
                </a:solidFill>
                <a:latin typeface="Arial" panose="020B0604020202020204" pitchFamily="34" charset="0"/>
                <a:cs typeface="Arial" panose="020B0604020202020204" pitchFamily="34" charset="0"/>
              </a:defRPr>
            </a:lvl1pPr>
            <a:lvl2pPr marL="457200" indent="0">
              <a:buNone/>
              <a:defRPr sz="1600">
                <a:solidFill>
                  <a:schemeClr val="tx2"/>
                </a:solidFill>
                <a:latin typeface="TWK Everett" panose="020B0204000000000000" pitchFamily="34" charset="77"/>
                <a:cs typeface="Arial" panose="020B0604020202020204" pitchFamily="34" charset="0"/>
              </a:defRPr>
            </a:lvl2pPr>
            <a:lvl3pPr marL="914400" indent="0">
              <a:buNone/>
              <a:defRPr sz="1400">
                <a:solidFill>
                  <a:schemeClr val="tx2"/>
                </a:solidFill>
                <a:latin typeface="TWK Everett" panose="020B0204000000000000" pitchFamily="34" charset="77"/>
                <a:cs typeface="Arial" panose="020B0604020202020204" pitchFamily="34" charset="0"/>
              </a:defRPr>
            </a:lvl3pPr>
            <a:lvl4pPr marL="1371600" indent="0">
              <a:buNone/>
              <a:defRPr sz="1200">
                <a:solidFill>
                  <a:schemeClr val="tx2"/>
                </a:solidFill>
                <a:latin typeface="TWK Everett" panose="020B0204000000000000" pitchFamily="34" charset="77"/>
                <a:cs typeface="Arial" panose="020B0604020202020204" pitchFamily="34" charset="0"/>
              </a:defRPr>
            </a:lvl4pPr>
            <a:lvl5pPr marL="1828800" indent="0">
              <a:buNone/>
              <a:defRPr sz="1200">
                <a:solidFill>
                  <a:schemeClr val="tx2"/>
                </a:solidFill>
                <a:latin typeface="TWK Everett" panose="020B0204000000000000" pitchFamily="34" charset="77"/>
                <a:cs typeface="Arial" panose="020B0604020202020204" pitchFamily="34" charset="0"/>
              </a:defRPr>
            </a:lvl5pPr>
          </a:lstStyle>
          <a:p>
            <a:pPr lvl="0"/>
            <a:r>
              <a:rPr lang="en-US"/>
              <a:t>Add body text here</a:t>
            </a:r>
          </a:p>
        </p:txBody>
      </p:sp>
      <p:sp>
        <p:nvSpPr>
          <p:cNvPr id="7" name="Text Placeholder 11">
            <a:extLst>
              <a:ext uri="{FF2B5EF4-FFF2-40B4-BE49-F238E27FC236}">
                <a16:creationId xmlns:a16="http://schemas.microsoft.com/office/drawing/2014/main" id="{EF1E4B41-BB92-7648-895C-DEDFFB103A50}"/>
              </a:ext>
            </a:extLst>
          </p:cNvPr>
          <p:cNvSpPr>
            <a:spLocks noGrp="1"/>
          </p:cNvSpPr>
          <p:nvPr>
            <p:ph type="body" sz="quarter" idx="19" hasCustomPrompt="1"/>
          </p:nvPr>
        </p:nvSpPr>
        <p:spPr>
          <a:xfrm>
            <a:off x="228600" y="1547793"/>
            <a:ext cx="8915400" cy="269093"/>
          </a:xfrm>
          <a:prstGeom prst="rect">
            <a:avLst/>
          </a:prstGeom>
        </p:spPr>
        <p:txBody>
          <a:bodyPr lIns="0" tIns="0" rIns="0" bIns="0">
            <a:noAutofit/>
          </a:bodyPr>
          <a:lstStyle>
            <a:lvl1pPr marL="0" indent="0" algn="l">
              <a:lnSpc>
                <a:spcPct val="100000"/>
              </a:lnSpc>
              <a:buNone/>
              <a:defRPr sz="1400" b="0" i="0" spc="0">
                <a:solidFill>
                  <a:srgbClr val="FF462D"/>
                </a:solidFill>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endParaRPr lang="en-MX"/>
          </a:p>
        </p:txBody>
      </p:sp>
      <p:sp>
        <p:nvSpPr>
          <p:cNvPr id="15" name="Title 1">
            <a:extLst>
              <a:ext uri="{FF2B5EF4-FFF2-40B4-BE49-F238E27FC236}">
                <a16:creationId xmlns:a16="http://schemas.microsoft.com/office/drawing/2014/main" id="{18062FC2-ABE4-C34F-8AFD-7A1011E7D3B3}"/>
              </a:ext>
            </a:extLst>
          </p:cNvPr>
          <p:cNvSpPr>
            <a:spLocks noGrp="1"/>
          </p:cNvSpPr>
          <p:nvPr>
            <p:ph type="title" hasCustomPrompt="1"/>
          </p:nvPr>
        </p:nvSpPr>
        <p:spPr>
          <a:xfrm>
            <a:off x="228599" y="284499"/>
            <a:ext cx="10439401" cy="281078"/>
          </a:xfrm>
        </p:spPr>
        <p:txBody>
          <a:bodyPr>
            <a:noAutofit/>
          </a:bodyPr>
          <a:lstStyle>
            <a:lvl1pPr>
              <a:lnSpc>
                <a:spcPct val="100000"/>
              </a:lnSpc>
              <a:defRPr sz="2400" b="0" i="0">
                <a:solidFill>
                  <a:srgbClr val="FF462D"/>
                </a:solidFill>
                <a:latin typeface="Arial" panose="020B0604020202020204" pitchFamily="34" charset="0"/>
              </a:defRPr>
            </a:lvl1pPr>
          </a:lstStyle>
          <a:p>
            <a:r>
              <a:rPr lang="en-US"/>
              <a:t>Add heading here</a:t>
            </a:r>
          </a:p>
        </p:txBody>
      </p:sp>
      <p:sp>
        <p:nvSpPr>
          <p:cNvPr id="16" name="Text Placeholder 57">
            <a:extLst>
              <a:ext uri="{FF2B5EF4-FFF2-40B4-BE49-F238E27FC236}">
                <a16:creationId xmlns:a16="http://schemas.microsoft.com/office/drawing/2014/main" id="{289E4EDC-BD74-4448-ADE2-7D000BA8CB74}"/>
              </a:ext>
            </a:extLst>
          </p:cNvPr>
          <p:cNvSpPr>
            <a:spLocks noGrp="1"/>
          </p:cNvSpPr>
          <p:nvPr>
            <p:ph type="body" sz="quarter" idx="27" hasCustomPrompt="1"/>
          </p:nvPr>
        </p:nvSpPr>
        <p:spPr>
          <a:xfrm>
            <a:off x="228600" y="712673"/>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Arial" panose="020B0604020202020204" pitchFamily="34" charset="0"/>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pic>
        <p:nvPicPr>
          <p:cNvPr id="2" name="Picture 1">
            <a:extLst>
              <a:ext uri="{FF2B5EF4-FFF2-40B4-BE49-F238E27FC236}">
                <a16:creationId xmlns:a16="http://schemas.microsoft.com/office/drawing/2014/main" id="{79B562F7-EB7C-D492-782B-53D6ED0E8687}"/>
              </a:ext>
            </a:extLst>
          </p:cNvPr>
          <p:cNvPicPr>
            <a:picLocks noChangeAspect="1"/>
          </p:cNvPicPr>
          <p:nvPr userDrawn="1"/>
        </p:nvPicPr>
        <p:blipFill>
          <a:blip r:embed="rId2"/>
          <a:stretch>
            <a:fillRect/>
          </a:stretch>
        </p:blipFill>
        <p:spPr>
          <a:xfrm>
            <a:off x="233400" y="6330802"/>
            <a:ext cx="723467" cy="227941"/>
          </a:xfrm>
          <a:prstGeom prst="rect">
            <a:avLst/>
          </a:prstGeom>
        </p:spPr>
      </p:pic>
      <p:sp>
        <p:nvSpPr>
          <p:cNvPr id="4" name="Freeform 3">
            <a:extLst>
              <a:ext uri="{FF2B5EF4-FFF2-40B4-BE49-F238E27FC236}">
                <a16:creationId xmlns:a16="http://schemas.microsoft.com/office/drawing/2014/main" id="{EC45F1D1-8A6F-4D72-B935-035D0B486E7D}"/>
              </a:ext>
            </a:extLst>
          </p:cNvPr>
          <p:cNvSpPr/>
          <p:nvPr userDrawn="1"/>
        </p:nvSpPr>
        <p:spPr>
          <a:xfrm>
            <a:off x="1110004" y="6358909"/>
            <a:ext cx="60524" cy="171729"/>
          </a:xfrm>
          <a:custGeom>
            <a:avLst/>
            <a:gdLst>
              <a:gd name="connsiteX0" fmla="*/ 9367 w 138323"/>
              <a:gd name="connsiteY0" fmla="*/ 392475 h 392475"/>
              <a:gd name="connsiteX1" fmla="*/ 138324 w 138323"/>
              <a:gd name="connsiteY1" fmla="*/ 0 h 392475"/>
              <a:gd name="connsiteX2" fmla="*/ 129066 w 138323"/>
              <a:gd name="connsiteY2" fmla="*/ 0 h 392475"/>
              <a:gd name="connsiteX3" fmla="*/ 0 w 138323"/>
              <a:gd name="connsiteY3" fmla="*/ 392475 h 392475"/>
              <a:gd name="connsiteX4" fmla="*/ 9367 w 138323"/>
              <a:gd name="connsiteY4" fmla="*/ 392475 h 392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23" h="392475">
                <a:moveTo>
                  <a:pt x="9367" y="392475"/>
                </a:moveTo>
                <a:lnTo>
                  <a:pt x="138324" y="0"/>
                </a:lnTo>
                <a:lnTo>
                  <a:pt x="129066" y="0"/>
                </a:lnTo>
                <a:lnTo>
                  <a:pt x="0" y="392475"/>
                </a:lnTo>
                <a:lnTo>
                  <a:pt x="9367" y="392475"/>
                </a:lnTo>
                <a:close/>
              </a:path>
            </a:pathLst>
          </a:custGeom>
          <a:solidFill>
            <a:srgbClr val="3D3C3C"/>
          </a:solidFill>
          <a:ln w="0" cap="flat">
            <a:noFill/>
            <a:prstDash val="solid"/>
            <a:miter/>
          </a:ln>
        </p:spPr>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endParaRPr lang="en-US" sz="1250"/>
          </a:p>
        </p:txBody>
      </p:sp>
      <p:sp>
        <p:nvSpPr>
          <p:cNvPr id="8" name="Slide Number Placeholder 5">
            <a:extLst>
              <a:ext uri="{FF2B5EF4-FFF2-40B4-BE49-F238E27FC236}">
                <a16:creationId xmlns:a16="http://schemas.microsoft.com/office/drawing/2014/main" id="{84106ABB-00EF-A3B0-A881-09EB82D0FF20}"/>
              </a:ext>
            </a:extLst>
          </p:cNvPr>
          <p:cNvSpPr txBox="1">
            <a:spLocks/>
          </p:cNvSpPr>
          <p:nvPr userDrawn="1"/>
        </p:nvSpPr>
        <p:spPr>
          <a:xfrm>
            <a:off x="11714480" y="6317405"/>
            <a:ext cx="257355" cy="215947"/>
          </a:xfrm>
          <a:prstGeom prst="rect">
            <a:avLst/>
          </a:prstGeom>
        </p:spPr>
        <p:txBody>
          <a:bodyPr lIns="0" tIns="0" rIns="0" bIns="0" numCol="1" anchor="b">
            <a:noAutofit/>
          </a:bodyPr>
          <a:lstStyle>
            <a:defPPr>
              <a:defRPr lang="en-US"/>
            </a:defPPr>
            <a:lvl1pPr marL="0" algn="r" defTabSz="914400" rtl="0" eaLnBrk="1" latinLnBrk="0" hangingPunct="1">
              <a:defRPr sz="900" b="0" i="0" kern="1200">
                <a:solidFill>
                  <a:schemeClr val="bg1">
                    <a:lumMod val="50000"/>
                  </a:schemeClr>
                </a:solidFill>
                <a:latin typeface="TWK Everett" panose="020B0204000000000000"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5D76A-9B6E-CD41-ABBE-F6C938295BAD}" type="slidenum">
              <a:rPr lang="en-GB" noProof="0" smtClean="0">
                <a:solidFill>
                  <a:schemeClr val="tx1"/>
                </a:solidFill>
              </a:rPr>
              <a:pPr/>
              <a:t>‹#›</a:t>
            </a:fld>
            <a:endParaRPr lang="en-GB" noProof="0">
              <a:solidFill>
                <a:schemeClr val="tx1"/>
              </a:solidFill>
            </a:endParaRPr>
          </a:p>
        </p:txBody>
      </p:sp>
      <p:sp>
        <p:nvSpPr>
          <p:cNvPr id="9" name="TextBox 8">
            <a:extLst>
              <a:ext uri="{FF2B5EF4-FFF2-40B4-BE49-F238E27FC236}">
                <a16:creationId xmlns:a16="http://schemas.microsoft.com/office/drawing/2014/main" id="{982D201D-31C4-C81A-0FA8-F3636A44BB1D}"/>
              </a:ext>
            </a:extLst>
          </p:cNvPr>
          <p:cNvSpPr txBox="1"/>
          <p:nvPr userDrawn="1"/>
        </p:nvSpPr>
        <p:spPr>
          <a:xfrm>
            <a:off x="9749216" y="6387530"/>
            <a:ext cx="1926811" cy="161583"/>
          </a:xfrm>
          <a:prstGeom prst="rect">
            <a:avLst/>
          </a:prstGeom>
          <a:noFill/>
        </p:spPr>
        <p:txBody>
          <a:bodyPr wrap="none" lIns="0" tIns="0" rIns="0" bIns="0" rtlCol="0">
            <a:spAutoFit/>
          </a:bodyPr>
          <a:lstStyle/>
          <a:p>
            <a:pPr algn="r"/>
            <a:r>
              <a:rPr lang="en-GB" sz="900" b="0" i="0" noProof="0">
                <a:solidFill>
                  <a:schemeClr val="tx1"/>
                </a:solidFill>
                <a:latin typeface="TWK Everett" panose="020B0204000000000000" pitchFamily="34" charset="77"/>
              </a:rPr>
              <a:t>Kyndryl &amp; WPP Confidential       </a:t>
            </a:r>
            <a:r>
              <a:rPr lang="en-GB" sz="1050" b="0" i="0" noProof="0">
                <a:solidFill>
                  <a:srgbClr val="FF462D"/>
                </a:solidFill>
                <a:latin typeface="TWK Everett" panose="020B0204000000000000" pitchFamily="34" charset="77"/>
              </a:rPr>
              <a:t>|</a:t>
            </a:r>
            <a:r>
              <a:rPr lang="en-GB" sz="900" b="0" i="0" noProof="0">
                <a:solidFill>
                  <a:srgbClr val="FF462D"/>
                </a:solidFill>
                <a:latin typeface="TWK Everett" panose="020B0204000000000000" pitchFamily="34" charset="77"/>
              </a:rPr>
              <a:t>    </a:t>
            </a:r>
          </a:p>
        </p:txBody>
      </p:sp>
      <p:pic>
        <p:nvPicPr>
          <p:cNvPr id="10" name="Picture 9">
            <a:extLst>
              <a:ext uri="{FF2B5EF4-FFF2-40B4-BE49-F238E27FC236}">
                <a16:creationId xmlns:a16="http://schemas.microsoft.com/office/drawing/2014/main" id="{DA45184D-6CC8-1DCC-2F24-B22BD4FE823B}"/>
              </a:ext>
            </a:extLst>
          </p:cNvPr>
          <p:cNvPicPr>
            <a:picLocks noChangeAspect="1"/>
          </p:cNvPicPr>
          <p:nvPr userDrawn="1"/>
        </p:nvPicPr>
        <p:blipFill>
          <a:blip r:embed="rId3">
            <a:clrChange>
              <a:clrFrom>
                <a:srgbClr val="FFFFFF"/>
              </a:clrFrom>
              <a:clrTo>
                <a:srgbClr val="FFFFFF">
                  <a:alpha val="0"/>
                </a:srgbClr>
              </a:clrTo>
            </a:clrChange>
          </a:blip>
          <a:stretch>
            <a:fillRect/>
          </a:stretch>
        </p:blipFill>
        <p:spPr>
          <a:xfrm>
            <a:off x="1323666" y="6336743"/>
            <a:ext cx="519312" cy="175017"/>
          </a:xfrm>
          <a:prstGeom prst="rect">
            <a:avLst/>
          </a:prstGeom>
        </p:spPr>
      </p:pic>
    </p:spTree>
    <p:extLst>
      <p:ext uri="{BB962C8B-B14F-4D97-AF65-F5344CB8AC3E}">
        <p14:creationId xmlns:p14="http://schemas.microsoft.com/office/powerpoint/2010/main" val="833856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 You cloud with red slim trellis">
    <p:bg>
      <p:bgPr>
        <a:solidFill>
          <a:srgbClr val="F2F1EE"/>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B6B568E-C907-154F-B8B9-6B9E2D5F6500}"/>
              </a:ext>
            </a:extLst>
          </p:cNvPr>
          <p:cNvSpPr>
            <a:spLocks noGrp="1"/>
          </p:cNvSpPr>
          <p:nvPr>
            <p:ph type="body" sz="quarter" idx="14" hasCustomPrompt="1"/>
          </p:nvPr>
        </p:nvSpPr>
        <p:spPr>
          <a:xfrm>
            <a:off x="228600" y="3025140"/>
            <a:ext cx="5867400" cy="2362199"/>
          </a:xfrm>
          <a:prstGeom prst="rect">
            <a:avLst/>
          </a:prstGeom>
        </p:spPr>
        <p:txBody>
          <a:bodyPr lIns="0" tIns="0" rIns="0" bIns="0" anchor="b">
            <a:noAutofit/>
          </a:bodyPr>
          <a:lstStyle>
            <a:lvl1pPr marL="0" indent="0">
              <a:lnSpc>
                <a:spcPts val="8200"/>
              </a:lnSpc>
              <a:buNone/>
              <a:defRPr sz="7400" b="0" i="0">
                <a:solidFill>
                  <a:schemeClr val="accent1"/>
                </a:solidFill>
                <a:latin typeface="Arial" panose="020B0604020202020204" pitchFamily="34" charset="0"/>
              </a:defRPr>
            </a:lvl1pPr>
          </a:lstStyle>
          <a:p>
            <a:pPr lvl="0"/>
            <a:r>
              <a:rPr lang="en-US"/>
              <a:t>Thank you</a:t>
            </a:r>
          </a:p>
        </p:txBody>
      </p:sp>
      <p:pic>
        <p:nvPicPr>
          <p:cNvPr id="2" name="Picture 1">
            <a:extLst>
              <a:ext uri="{FF2B5EF4-FFF2-40B4-BE49-F238E27FC236}">
                <a16:creationId xmlns:a16="http://schemas.microsoft.com/office/drawing/2014/main" id="{E2121BAE-A4D8-B505-11EE-0A79783EE8CE}"/>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7972926" y="-9814"/>
            <a:ext cx="4227443" cy="6881066"/>
          </a:xfrm>
          <a:prstGeom prst="rect">
            <a:avLst/>
          </a:prstGeom>
        </p:spPr>
      </p:pic>
      <p:pic>
        <p:nvPicPr>
          <p:cNvPr id="4" name="Picture 3">
            <a:extLst>
              <a:ext uri="{FF2B5EF4-FFF2-40B4-BE49-F238E27FC236}">
                <a16:creationId xmlns:a16="http://schemas.microsoft.com/office/drawing/2014/main" id="{66B366BA-2394-5097-3FF8-E229C7A5864F}"/>
              </a:ext>
            </a:extLst>
          </p:cNvPr>
          <p:cNvPicPr>
            <a:picLocks noChangeAspect="1"/>
          </p:cNvPicPr>
          <p:nvPr userDrawn="1"/>
        </p:nvPicPr>
        <p:blipFill>
          <a:blip r:embed="rId3"/>
          <a:stretch>
            <a:fillRect/>
          </a:stretch>
        </p:blipFill>
        <p:spPr>
          <a:xfrm>
            <a:off x="233400" y="6330802"/>
            <a:ext cx="723467" cy="227941"/>
          </a:xfrm>
          <a:prstGeom prst="rect">
            <a:avLst/>
          </a:prstGeom>
        </p:spPr>
      </p:pic>
      <p:sp>
        <p:nvSpPr>
          <p:cNvPr id="5" name="Freeform 3">
            <a:extLst>
              <a:ext uri="{FF2B5EF4-FFF2-40B4-BE49-F238E27FC236}">
                <a16:creationId xmlns:a16="http://schemas.microsoft.com/office/drawing/2014/main" id="{29595934-56D2-8038-0F17-EA22085F1AAD}"/>
              </a:ext>
            </a:extLst>
          </p:cNvPr>
          <p:cNvSpPr/>
          <p:nvPr userDrawn="1"/>
        </p:nvSpPr>
        <p:spPr>
          <a:xfrm>
            <a:off x="1110004" y="6358909"/>
            <a:ext cx="60524" cy="171729"/>
          </a:xfrm>
          <a:custGeom>
            <a:avLst/>
            <a:gdLst>
              <a:gd name="connsiteX0" fmla="*/ 9367 w 138323"/>
              <a:gd name="connsiteY0" fmla="*/ 392475 h 392475"/>
              <a:gd name="connsiteX1" fmla="*/ 138324 w 138323"/>
              <a:gd name="connsiteY1" fmla="*/ 0 h 392475"/>
              <a:gd name="connsiteX2" fmla="*/ 129066 w 138323"/>
              <a:gd name="connsiteY2" fmla="*/ 0 h 392475"/>
              <a:gd name="connsiteX3" fmla="*/ 0 w 138323"/>
              <a:gd name="connsiteY3" fmla="*/ 392475 h 392475"/>
              <a:gd name="connsiteX4" fmla="*/ 9367 w 138323"/>
              <a:gd name="connsiteY4" fmla="*/ 392475 h 392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23" h="392475">
                <a:moveTo>
                  <a:pt x="9367" y="392475"/>
                </a:moveTo>
                <a:lnTo>
                  <a:pt x="138324" y="0"/>
                </a:lnTo>
                <a:lnTo>
                  <a:pt x="129066" y="0"/>
                </a:lnTo>
                <a:lnTo>
                  <a:pt x="0" y="392475"/>
                </a:lnTo>
                <a:lnTo>
                  <a:pt x="9367" y="392475"/>
                </a:lnTo>
                <a:close/>
              </a:path>
            </a:pathLst>
          </a:custGeom>
          <a:solidFill>
            <a:srgbClr val="3D3C3C"/>
          </a:solidFill>
          <a:ln w="0" cap="flat">
            <a:noFill/>
            <a:prstDash val="solid"/>
            <a:miter/>
          </a:ln>
        </p:spPr>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endParaRPr lang="en-US" sz="1250"/>
          </a:p>
        </p:txBody>
      </p:sp>
      <p:pic>
        <p:nvPicPr>
          <p:cNvPr id="3" name="Picture 2">
            <a:extLst>
              <a:ext uri="{FF2B5EF4-FFF2-40B4-BE49-F238E27FC236}">
                <a16:creationId xmlns:a16="http://schemas.microsoft.com/office/drawing/2014/main" id="{8F749FA6-814D-0904-270A-07EBD6FE775E}"/>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1323666" y="6336743"/>
            <a:ext cx="519312" cy="175017"/>
          </a:xfrm>
          <a:prstGeom prst="rect">
            <a:avLst/>
          </a:prstGeom>
        </p:spPr>
      </p:pic>
      <p:sp>
        <p:nvSpPr>
          <p:cNvPr id="6" name="Slide Number Placeholder 5">
            <a:extLst>
              <a:ext uri="{FF2B5EF4-FFF2-40B4-BE49-F238E27FC236}">
                <a16:creationId xmlns:a16="http://schemas.microsoft.com/office/drawing/2014/main" id="{E5DDD3D2-AC8F-0C2A-0E3B-51F56F5ED290}"/>
              </a:ext>
            </a:extLst>
          </p:cNvPr>
          <p:cNvSpPr txBox="1">
            <a:spLocks/>
          </p:cNvSpPr>
          <p:nvPr userDrawn="1"/>
        </p:nvSpPr>
        <p:spPr>
          <a:xfrm>
            <a:off x="11714480" y="6387530"/>
            <a:ext cx="257355" cy="145822"/>
          </a:xfrm>
          <a:prstGeom prst="rect">
            <a:avLst/>
          </a:prstGeom>
        </p:spPr>
        <p:txBody>
          <a:bodyPr lIns="0" tIns="0" rIns="0" bIns="0" numCol="1" anchor="b">
            <a:noAutofit/>
          </a:bodyPr>
          <a:lstStyle>
            <a:defPPr>
              <a:defRPr lang="en-US"/>
            </a:defPPr>
            <a:lvl1pPr marL="0" algn="r" defTabSz="914400" rtl="0" eaLnBrk="1" latinLnBrk="0" hangingPunct="1">
              <a:defRPr sz="900" b="0" i="0" kern="1200">
                <a:solidFill>
                  <a:schemeClr val="bg1">
                    <a:lumMod val="50000"/>
                  </a:schemeClr>
                </a:solidFill>
                <a:latin typeface="TWK Everett" panose="020B0204000000000000"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5D76A-9B6E-CD41-ABBE-F6C938295BAD}" type="slidenum">
              <a:rPr lang="en-GB" noProof="0" smtClean="0">
                <a:solidFill>
                  <a:schemeClr val="tx1"/>
                </a:solidFill>
              </a:rPr>
              <a:pPr/>
              <a:t>‹#›</a:t>
            </a:fld>
            <a:endParaRPr lang="en-GB" noProof="0">
              <a:solidFill>
                <a:schemeClr val="tx1"/>
              </a:solidFill>
            </a:endParaRPr>
          </a:p>
        </p:txBody>
      </p:sp>
      <p:sp>
        <p:nvSpPr>
          <p:cNvPr id="8" name="TextBox 7">
            <a:extLst>
              <a:ext uri="{FF2B5EF4-FFF2-40B4-BE49-F238E27FC236}">
                <a16:creationId xmlns:a16="http://schemas.microsoft.com/office/drawing/2014/main" id="{6126C48E-2A01-1264-A464-A8D51E8A4D2A}"/>
              </a:ext>
            </a:extLst>
          </p:cNvPr>
          <p:cNvSpPr txBox="1"/>
          <p:nvPr userDrawn="1"/>
        </p:nvSpPr>
        <p:spPr>
          <a:xfrm>
            <a:off x="9749216" y="6387530"/>
            <a:ext cx="1926811" cy="161583"/>
          </a:xfrm>
          <a:prstGeom prst="rect">
            <a:avLst/>
          </a:prstGeom>
          <a:noFill/>
        </p:spPr>
        <p:txBody>
          <a:bodyPr wrap="none" lIns="0" tIns="0" rIns="0" bIns="0" rtlCol="0">
            <a:spAutoFit/>
          </a:bodyPr>
          <a:lstStyle/>
          <a:p>
            <a:pPr algn="r"/>
            <a:r>
              <a:rPr lang="en-GB" sz="900" b="0" i="0" noProof="0">
                <a:solidFill>
                  <a:schemeClr val="tx1"/>
                </a:solidFill>
                <a:latin typeface="TWK Everett" panose="020B0204000000000000" pitchFamily="34" charset="77"/>
              </a:rPr>
              <a:t>Kyndryl &amp; WPP Confidential       </a:t>
            </a:r>
            <a:r>
              <a:rPr lang="en-GB" sz="1050" b="0" i="0" noProof="0">
                <a:solidFill>
                  <a:srgbClr val="FF462D"/>
                </a:solidFill>
                <a:latin typeface="TWK Everett" panose="020B0204000000000000" pitchFamily="34" charset="77"/>
              </a:rPr>
              <a:t>|</a:t>
            </a:r>
            <a:r>
              <a:rPr lang="en-GB" sz="900" b="0" i="0" noProof="0">
                <a:solidFill>
                  <a:srgbClr val="FF462D"/>
                </a:solidFill>
                <a:latin typeface="TWK Everett" panose="020B0204000000000000" pitchFamily="34" charset="77"/>
              </a:rPr>
              <a:t>    </a:t>
            </a:r>
          </a:p>
        </p:txBody>
      </p:sp>
    </p:spTree>
    <p:extLst>
      <p:ext uri="{BB962C8B-B14F-4D97-AF65-F5344CB8AC3E}">
        <p14:creationId xmlns:p14="http://schemas.microsoft.com/office/powerpoint/2010/main" val="356150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hort Title cloud with red slim trellis">
    <p:bg>
      <p:bgPr>
        <a:solidFill>
          <a:srgbClr val="F2F1EE"/>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B6B568E-C907-154F-B8B9-6B9E2D5F6500}"/>
              </a:ext>
            </a:extLst>
          </p:cNvPr>
          <p:cNvSpPr>
            <a:spLocks noGrp="1"/>
          </p:cNvSpPr>
          <p:nvPr>
            <p:ph type="body" sz="quarter" idx="14" hasCustomPrompt="1"/>
          </p:nvPr>
        </p:nvSpPr>
        <p:spPr>
          <a:xfrm>
            <a:off x="233680" y="1596171"/>
            <a:ext cx="5862320" cy="2552699"/>
          </a:xfrm>
          <a:prstGeom prst="rect">
            <a:avLst/>
          </a:prstGeom>
        </p:spPr>
        <p:txBody>
          <a:bodyPr lIns="0" tIns="0" rIns="0" bIns="0" anchor="t">
            <a:noAutofit/>
          </a:bodyPr>
          <a:lstStyle>
            <a:lvl1pPr marL="0" indent="0">
              <a:lnSpc>
                <a:spcPts val="8200"/>
              </a:lnSpc>
              <a:buNone/>
              <a:defRPr sz="7400" b="0" i="0">
                <a:solidFill>
                  <a:srgbClr val="FF462D"/>
                </a:solidFill>
                <a:latin typeface="Arial" panose="020B0604020202020204" pitchFamily="34" charset="0"/>
              </a:defRPr>
            </a:lvl1pPr>
          </a:lstStyle>
          <a:p>
            <a:pPr lvl="0"/>
            <a:r>
              <a:rPr lang="en-US"/>
              <a:t>Title goes here</a:t>
            </a:r>
          </a:p>
        </p:txBody>
      </p:sp>
      <p:sp>
        <p:nvSpPr>
          <p:cNvPr id="11" name="Text Placeholder 3">
            <a:extLst>
              <a:ext uri="{FF2B5EF4-FFF2-40B4-BE49-F238E27FC236}">
                <a16:creationId xmlns:a16="http://schemas.microsoft.com/office/drawing/2014/main" id="{BC974797-F8F6-2E47-988B-FF5AFC751F8D}"/>
              </a:ext>
            </a:extLst>
          </p:cNvPr>
          <p:cNvSpPr>
            <a:spLocks noGrp="1"/>
          </p:cNvSpPr>
          <p:nvPr>
            <p:ph type="body" sz="quarter" idx="13" hasCustomPrompt="1"/>
          </p:nvPr>
        </p:nvSpPr>
        <p:spPr>
          <a:xfrm>
            <a:off x="233680" y="6361669"/>
            <a:ext cx="2616994" cy="174086"/>
          </a:xfrm>
          <a:prstGeom prst="rect">
            <a:avLst/>
          </a:prstGeom>
        </p:spPr>
        <p:txBody>
          <a:bodyPr lIns="0" tIns="0" rIns="0" bIns="0">
            <a:noAutofit/>
          </a:bodyPr>
          <a:lstStyle>
            <a:lvl1pPr marL="0" indent="0">
              <a:buNone/>
              <a:defRPr sz="1200" b="0" i="0">
                <a:solidFill>
                  <a:srgbClr val="3D3C3C"/>
                </a:solidFill>
                <a:latin typeface="Arial" panose="020B0604020202020204" pitchFamily="34" charset="0"/>
              </a:defRPr>
            </a:lvl1pPr>
            <a:lvl2pPr marL="457200" indent="0">
              <a:buFont typeface="Arial" panose="020B0604020202020204" pitchFamily="34" charset="0"/>
              <a:buNone/>
              <a:defRPr/>
            </a:lvl2pPr>
          </a:lstStyle>
          <a:p>
            <a:pPr lvl="0"/>
            <a:r>
              <a:rPr lang="en-US"/>
              <a:t>Date</a:t>
            </a:r>
          </a:p>
        </p:txBody>
      </p:sp>
      <p:sp>
        <p:nvSpPr>
          <p:cNvPr id="7" name="Text Placeholder 5">
            <a:extLst>
              <a:ext uri="{FF2B5EF4-FFF2-40B4-BE49-F238E27FC236}">
                <a16:creationId xmlns:a16="http://schemas.microsoft.com/office/drawing/2014/main" id="{AF80A485-3231-0F43-86FC-1F3036CE01BB}"/>
              </a:ext>
            </a:extLst>
          </p:cNvPr>
          <p:cNvSpPr>
            <a:spLocks noGrp="1"/>
          </p:cNvSpPr>
          <p:nvPr>
            <p:ph type="body" sz="quarter" idx="17" hasCustomPrompt="1"/>
          </p:nvPr>
        </p:nvSpPr>
        <p:spPr>
          <a:xfrm>
            <a:off x="234974" y="5151120"/>
            <a:ext cx="5638313" cy="457200"/>
          </a:xfrm>
        </p:spPr>
        <p:txBody>
          <a:bodyPr/>
          <a:lstStyle>
            <a:lvl1pPr marL="0" indent="0">
              <a:buNone/>
              <a:defRPr sz="1200" b="0" i="0">
                <a:solidFill>
                  <a:srgbClr val="3D3C3C"/>
                </a:solidFill>
                <a:latin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Presenter name, role, group </a:t>
            </a:r>
          </a:p>
        </p:txBody>
      </p:sp>
      <p:pic>
        <p:nvPicPr>
          <p:cNvPr id="15" name="Picture 14">
            <a:extLst>
              <a:ext uri="{FF2B5EF4-FFF2-40B4-BE49-F238E27FC236}">
                <a16:creationId xmlns:a16="http://schemas.microsoft.com/office/drawing/2014/main" id="{25EFC5E5-B593-5C6D-1C35-2216FEFAA8BF}"/>
              </a:ext>
            </a:extLst>
          </p:cNvPr>
          <p:cNvPicPr>
            <a:picLocks/>
          </p:cNvPicPr>
          <p:nvPr userDrawn="1"/>
        </p:nvPicPr>
        <p:blipFill>
          <a:blip r:embed="rId2" cstate="print">
            <a:extLst>
              <a:ext uri="{28A0092B-C50C-407E-A947-70E740481C1C}">
                <a14:useLocalDpi xmlns:a14="http://schemas.microsoft.com/office/drawing/2010/main"/>
              </a:ext>
            </a:extLst>
          </a:blip>
          <a:srcRect/>
          <a:stretch/>
        </p:blipFill>
        <p:spPr>
          <a:xfrm>
            <a:off x="7972926" y="-9814"/>
            <a:ext cx="4227443" cy="6881066"/>
          </a:xfrm>
          <a:prstGeom prst="rect">
            <a:avLst/>
          </a:prstGeom>
        </p:spPr>
      </p:pic>
      <p:pic>
        <p:nvPicPr>
          <p:cNvPr id="4" name="Picture 3">
            <a:extLst>
              <a:ext uri="{FF2B5EF4-FFF2-40B4-BE49-F238E27FC236}">
                <a16:creationId xmlns:a16="http://schemas.microsoft.com/office/drawing/2014/main" id="{9EF7A825-5B74-B1AD-2102-445B1201DF70}"/>
              </a:ext>
            </a:extLst>
          </p:cNvPr>
          <p:cNvPicPr>
            <a:picLocks noChangeAspect="1"/>
          </p:cNvPicPr>
          <p:nvPr userDrawn="1"/>
        </p:nvPicPr>
        <p:blipFill>
          <a:blip r:embed="rId3"/>
          <a:stretch>
            <a:fillRect/>
          </a:stretch>
        </p:blipFill>
        <p:spPr>
          <a:xfrm>
            <a:off x="230669" y="342900"/>
            <a:ext cx="1381538" cy="434929"/>
          </a:xfrm>
          <a:prstGeom prst="rect">
            <a:avLst/>
          </a:prstGeom>
        </p:spPr>
      </p:pic>
    </p:spTree>
    <p:extLst>
      <p:ext uri="{BB962C8B-B14F-4D97-AF65-F5344CB8AC3E}">
        <p14:creationId xmlns:p14="http://schemas.microsoft.com/office/powerpoint/2010/main" val="2948359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pruce">
    <p:bg>
      <p:bgPr>
        <a:solidFill>
          <a:srgbClr val="29707A"/>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0733665-B5FA-4BFE-A8A0-860EAB727A95}"/>
              </a:ext>
            </a:extLst>
          </p:cNvPr>
          <p:cNvSpPr>
            <a:spLocks noGrp="1"/>
          </p:cNvSpPr>
          <p:nvPr>
            <p:ph idx="16" hasCustomPrompt="1"/>
          </p:nvPr>
        </p:nvSpPr>
        <p:spPr>
          <a:xfrm>
            <a:off x="190958" y="139324"/>
            <a:ext cx="5889702" cy="2441347"/>
          </a:xfrm>
          <a:prstGeom prst="rect">
            <a:avLst/>
          </a:prstGeom>
        </p:spPr>
        <p:txBody>
          <a:bodyPr lIns="0" tIns="0" rIns="0" bIns="0" anchor="t">
            <a:noAutofit/>
          </a:bodyPr>
          <a:lstStyle>
            <a:lvl1pPr marL="0" indent="0" algn="l">
              <a:lnSpc>
                <a:spcPct val="100000"/>
              </a:lnSpc>
              <a:buNone/>
              <a:defRPr sz="6700" b="0" i="0">
                <a:ln w="12700">
                  <a:noFill/>
                </a:ln>
                <a:solidFill>
                  <a:schemeClr val="bg1"/>
                </a:solidFill>
                <a:latin typeface="Arial" panose="020B0604020202020204" pitchFamily="34" charset="0"/>
              </a:defRPr>
            </a:lvl1pPr>
          </a:lstStyle>
          <a:p>
            <a:pPr lvl="0"/>
            <a:r>
              <a:rPr lang="en-US"/>
              <a:t>Chapter</a:t>
            </a:r>
          </a:p>
        </p:txBody>
      </p:sp>
      <p:pic>
        <p:nvPicPr>
          <p:cNvPr id="10" name="Picture 9">
            <a:extLst>
              <a:ext uri="{FF2B5EF4-FFF2-40B4-BE49-F238E27FC236}">
                <a16:creationId xmlns:a16="http://schemas.microsoft.com/office/drawing/2014/main" id="{F07C94A8-5005-5268-2AF8-F2AE71C69F4C}"/>
              </a:ext>
            </a:extLst>
          </p:cNvPr>
          <p:cNvPicPr>
            <a:picLocks/>
          </p:cNvPicPr>
          <p:nvPr userDrawn="1"/>
        </p:nvPicPr>
        <p:blipFill rotWithShape="1">
          <a:blip r:embed="rId2" cstate="print">
            <a:extLst>
              <a:ext uri="{28A0092B-C50C-407E-A947-70E740481C1C}">
                <a14:useLocalDpi xmlns:a14="http://schemas.microsoft.com/office/drawing/2010/main"/>
              </a:ext>
            </a:extLst>
          </a:blip>
          <a:srcRect/>
          <a:stretch/>
        </p:blipFill>
        <p:spPr>
          <a:xfrm>
            <a:off x="7409137" y="-6536"/>
            <a:ext cx="4782863" cy="6864536"/>
          </a:xfrm>
          <a:prstGeom prst="rect">
            <a:avLst/>
          </a:prstGeom>
        </p:spPr>
      </p:pic>
      <p:pic>
        <p:nvPicPr>
          <p:cNvPr id="2" name="Picture 1">
            <a:extLst>
              <a:ext uri="{FF2B5EF4-FFF2-40B4-BE49-F238E27FC236}">
                <a16:creationId xmlns:a16="http://schemas.microsoft.com/office/drawing/2014/main" id="{57287DB1-0A3C-3279-F51E-84F912777AA3}"/>
              </a:ext>
            </a:extLst>
          </p:cNvPr>
          <p:cNvPicPr>
            <a:picLocks noChangeAspect="1"/>
          </p:cNvPicPr>
          <p:nvPr userDrawn="1"/>
        </p:nvPicPr>
        <p:blipFill>
          <a:blip r:embed="rId3"/>
          <a:stretch>
            <a:fillRect/>
          </a:stretch>
        </p:blipFill>
        <p:spPr>
          <a:xfrm>
            <a:off x="233401" y="6344685"/>
            <a:ext cx="723467" cy="227941"/>
          </a:xfrm>
          <a:prstGeom prst="rect">
            <a:avLst/>
          </a:prstGeom>
        </p:spPr>
      </p:pic>
    </p:spTree>
    <p:extLst>
      <p:ext uri="{BB962C8B-B14F-4D97-AF65-F5344CB8AC3E}">
        <p14:creationId xmlns:p14="http://schemas.microsoft.com/office/powerpoint/2010/main" val="4251696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Dark Stone">
    <p:bg>
      <p:bgPr>
        <a:solidFill>
          <a:srgbClr val="3D3C3C"/>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C402DA3-C165-49D0-AFF1-BE1A3104A856}"/>
              </a:ext>
            </a:extLst>
          </p:cNvPr>
          <p:cNvSpPr>
            <a:spLocks noGrp="1"/>
          </p:cNvSpPr>
          <p:nvPr>
            <p:ph idx="16" hasCustomPrompt="1"/>
          </p:nvPr>
        </p:nvSpPr>
        <p:spPr>
          <a:xfrm>
            <a:off x="190958" y="139324"/>
            <a:ext cx="5889702" cy="2441347"/>
          </a:xfrm>
          <a:prstGeom prst="rect">
            <a:avLst/>
          </a:prstGeom>
        </p:spPr>
        <p:txBody>
          <a:bodyPr lIns="0" tIns="0" rIns="0" bIns="0" anchor="t">
            <a:noAutofit/>
          </a:bodyPr>
          <a:lstStyle>
            <a:lvl1pPr marL="0" indent="0" algn="l">
              <a:lnSpc>
                <a:spcPct val="100000"/>
              </a:lnSpc>
              <a:buNone/>
              <a:defRPr sz="6700" b="0" i="0">
                <a:ln w="12700">
                  <a:noFill/>
                </a:ln>
                <a:solidFill>
                  <a:schemeClr val="bg1"/>
                </a:solidFill>
                <a:latin typeface="Arial" panose="020B0604020202020204" pitchFamily="34" charset="0"/>
              </a:defRPr>
            </a:lvl1pPr>
          </a:lstStyle>
          <a:p>
            <a:pPr lvl="0"/>
            <a:r>
              <a:rPr lang="en-US"/>
              <a:t>Chapter</a:t>
            </a:r>
          </a:p>
        </p:txBody>
      </p:sp>
      <p:pic>
        <p:nvPicPr>
          <p:cNvPr id="6" name="Picture 5">
            <a:extLst>
              <a:ext uri="{FF2B5EF4-FFF2-40B4-BE49-F238E27FC236}">
                <a16:creationId xmlns:a16="http://schemas.microsoft.com/office/drawing/2014/main" id="{B6EC1E95-6239-53A3-732A-02A9068D0F4D}"/>
              </a:ext>
            </a:extLst>
          </p:cNvPr>
          <p:cNvPicPr>
            <a:picLocks/>
          </p:cNvPicPr>
          <p:nvPr userDrawn="1"/>
        </p:nvPicPr>
        <p:blipFill rotWithShape="1">
          <a:blip r:embed="rId2" cstate="print">
            <a:extLst>
              <a:ext uri="{28A0092B-C50C-407E-A947-70E740481C1C}">
                <a14:useLocalDpi xmlns:a14="http://schemas.microsoft.com/office/drawing/2010/main"/>
              </a:ext>
            </a:extLst>
          </a:blip>
          <a:srcRect/>
          <a:stretch/>
        </p:blipFill>
        <p:spPr>
          <a:xfrm>
            <a:off x="7409137" y="-6536"/>
            <a:ext cx="4782863" cy="6864536"/>
          </a:xfrm>
          <a:prstGeom prst="rect">
            <a:avLst/>
          </a:prstGeom>
        </p:spPr>
      </p:pic>
      <p:pic>
        <p:nvPicPr>
          <p:cNvPr id="2" name="Picture 1">
            <a:extLst>
              <a:ext uri="{FF2B5EF4-FFF2-40B4-BE49-F238E27FC236}">
                <a16:creationId xmlns:a16="http://schemas.microsoft.com/office/drawing/2014/main" id="{6958FA21-D51B-D772-0838-48EE8650DBAE}"/>
              </a:ext>
            </a:extLst>
          </p:cNvPr>
          <p:cNvPicPr>
            <a:picLocks noChangeAspect="1"/>
          </p:cNvPicPr>
          <p:nvPr userDrawn="1"/>
        </p:nvPicPr>
        <p:blipFill>
          <a:blip r:embed="rId3"/>
          <a:stretch>
            <a:fillRect/>
          </a:stretch>
        </p:blipFill>
        <p:spPr>
          <a:xfrm>
            <a:off x="233401" y="6344685"/>
            <a:ext cx="723467" cy="227941"/>
          </a:xfrm>
          <a:prstGeom prst="rect">
            <a:avLst/>
          </a:prstGeom>
        </p:spPr>
      </p:pic>
    </p:spTree>
    <p:extLst>
      <p:ext uri="{BB962C8B-B14F-4D97-AF65-F5344CB8AC3E}">
        <p14:creationId xmlns:p14="http://schemas.microsoft.com/office/powerpoint/2010/main" val="637383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Digital Dark Earth">
    <p:bg>
      <p:bgPr>
        <a:solidFill>
          <a:srgbClr val="565049"/>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4318370-B4B9-460A-B95E-D130A6939B5A}"/>
              </a:ext>
            </a:extLst>
          </p:cNvPr>
          <p:cNvSpPr>
            <a:spLocks noGrp="1"/>
          </p:cNvSpPr>
          <p:nvPr>
            <p:ph idx="16" hasCustomPrompt="1"/>
          </p:nvPr>
        </p:nvSpPr>
        <p:spPr>
          <a:xfrm>
            <a:off x="190958" y="139324"/>
            <a:ext cx="5889702" cy="2441347"/>
          </a:xfrm>
          <a:prstGeom prst="rect">
            <a:avLst/>
          </a:prstGeom>
        </p:spPr>
        <p:txBody>
          <a:bodyPr lIns="0" tIns="0" rIns="0" bIns="0" anchor="t">
            <a:noAutofit/>
          </a:bodyPr>
          <a:lstStyle>
            <a:lvl1pPr marL="0" indent="0" algn="l">
              <a:lnSpc>
                <a:spcPct val="100000"/>
              </a:lnSpc>
              <a:buNone/>
              <a:defRPr sz="6700" b="0" i="0">
                <a:ln w="12700">
                  <a:noFill/>
                </a:ln>
                <a:solidFill>
                  <a:schemeClr val="bg1"/>
                </a:solidFill>
                <a:latin typeface="Arial" panose="020B0604020202020204" pitchFamily="34" charset="0"/>
              </a:defRPr>
            </a:lvl1pPr>
          </a:lstStyle>
          <a:p>
            <a:pPr lvl="0"/>
            <a:r>
              <a:rPr lang="en-US"/>
              <a:t>Chapter</a:t>
            </a:r>
          </a:p>
        </p:txBody>
      </p:sp>
      <p:pic>
        <p:nvPicPr>
          <p:cNvPr id="9" name="Picture 8">
            <a:extLst>
              <a:ext uri="{FF2B5EF4-FFF2-40B4-BE49-F238E27FC236}">
                <a16:creationId xmlns:a16="http://schemas.microsoft.com/office/drawing/2014/main" id="{2531BFE6-FC6B-4852-1256-CA06F4A8B78C}"/>
              </a:ext>
            </a:extLst>
          </p:cNvPr>
          <p:cNvPicPr>
            <a:picLocks/>
          </p:cNvPicPr>
          <p:nvPr userDrawn="1"/>
        </p:nvPicPr>
        <p:blipFill rotWithShape="1">
          <a:blip r:embed="rId2" cstate="print">
            <a:extLst>
              <a:ext uri="{28A0092B-C50C-407E-A947-70E740481C1C}">
                <a14:useLocalDpi xmlns:a14="http://schemas.microsoft.com/office/drawing/2010/main"/>
              </a:ext>
            </a:extLst>
          </a:blip>
          <a:srcRect/>
          <a:stretch/>
        </p:blipFill>
        <p:spPr>
          <a:xfrm>
            <a:off x="7409137" y="-6536"/>
            <a:ext cx="4782863" cy="6864536"/>
          </a:xfrm>
          <a:prstGeom prst="rect">
            <a:avLst/>
          </a:prstGeom>
        </p:spPr>
      </p:pic>
      <p:pic>
        <p:nvPicPr>
          <p:cNvPr id="2" name="Picture 1">
            <a:extLst>
              <a:ext uri="{FF2B5EF4-FFF2-40B4-BE49-F238E27FC236}">
                <a16:creationId xmlns:a16="http://schemas.microsoft.com/office/drawing/2014/main" id="{69F6B61B-801A-7540-5B03-3ABCE87DCFC5}"/>
              </a:ext>
            </a:extLst>
          </p:cNvPr>
          <p:cNvPicPr>
            <a:picLocks noChangeAspect="1"/>
          </p:cNvPicPr>
          <p:nvPr userDrawn="1"/>
        </p:nvPicPr>
        <p:blipFill>
          <a:blip r:embed="rId3"/>
          <a:stretch>
            <a:fillRect/>
          </a:stretch>
        </p:blipFill>
        <p:spPr>
          <a:xfrm>
            <a:off x="233401" y="6344685"/>
            <a:ext cx="723467" cy="227941"/>
          </a:xfrm>
          <a:prstGeom prst="rect">
            <a:avLst/>
          </a:prstGeom>
        </p:spPr>
      </p:pic>
    </p:spTree>
    <p:extLst>
      <p:ext uri="{BB962C8B-B14F-4D97-AF65-F5344CB8AC3E}">
        <p14:creationId xmlns:p14="http://schemas.microsoft.com/office/powerpoint/2010/main" val="973200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ivider Spring Green">
    <p:bg>
      <p:bgPr>
        <a:solidFill>
          <a:srgbClr val="F2F1EE"/>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4318370-B4B9-460A-B95E-D130A6939B5A}"/>
              </a:ext>
            </a:extLst>
          </p:cNvPr>
          <p:cNvSpPr>
            <a:spLocks noGrp="1"/>
          </p:cNvSpPr>
          <p:nvPr>
            <p:ph idx="16" hasCustomPrompt="1"/>
          </p:nvPr>
        </p:nvSpPr>
        <p:spPr>
          <a:xfrm>
            <a:off x="190958" y="139324"/>
            <a:ext cx="5889702" cy="2441347"/>
          </a:xfrm>
          <a:prstGeom prst="rect">
            <a:avLst/>
          </a:prstGeom>
        </p:spPr>
        <p:txBody>
          <a:bodyPr lIns="0" tIns="0" rIns="0" bIns="0" anchor="t">
            <a:noAutofit/>
          </a:bodyPr>
          <a:lstStyle>
            <a:lvl1pPr marL="0" indent="0" algn="l">
              <a:lnSpc>
                <a:spcPct val="100000"/>
              </a:lnSpc>
              <a:buNone/>
              <a:defRPr sz="6700" b="0" i="0">
                <a:ln w="12700">
                  <a:noFill/>
                </a:ln>
                <a:solidFill>
                  <a:srgbClr val="FF462D"/>
                </a:solidFill>
                <a:latin typeface="Arial" panose="020B0604020202020204" pitchFamily="34" charset="0"/>
              </a:defRPr>
            </a:lvl1pPr>
          </a:lstStyle>
          <a:p>
            <a:pPr lvl="0"/>
            <a:r>
              <a:rPr lang="en-US"/>
              <a:t>Chapter</a:t>
            </a:r>
          </a:p>
        </p:txBody>
      </p:sp>
      <p:pic>
        <p:nvPicPr>
          <p:cNvPr id="8" name="Picture 7">
            <a:extLst>
              <a:ext uri="{FF2B5EF4-FFF2-40B4-BE49-F238E27FC236}">
                <a16:creationId xmlns:a16="http://schemas.microsoft.com/office/drawing/2014/main" id="{712D8CA5-4238-AD4E-87C0-C2F89894E1A4}"/>
              </a:ext>
            </a:extLst>
          </p:cNvPr>
          <p:cNvPicPr>
            <a:picLocks noChangeAspect="1"/>
          </p:cNvPicPr>
          <p:nvPr userDrawn="1"/>
        </p:nvPicPr>
        <p:blipFill rotWithShape="1">
          <a:blip r:embed="rId2"/>
          <a:srcRect r="52528"/>
          <a:stretch/>
        </p:blipFill>
        <p:spPr>
          <a:xfrm>
            <a:off x="6240464" y="0"/>
            <a:ext cx="5951536" cy="6858000"/>
          </a:xfrm>
          <a:prstGeom prst="rect">
            <a:avLst/>
          </a:prstGeom>
        </p:spPr>
      </p:pic>
      <p:pic>
        <p:nvPicPr>
          <p:cNvPr id="2" name="Picture 1">
            <a:extLst>
              <a:ext uri="{FF2B5EF4-FFF2-40B4-BE49-F238E27FC236}">
                <a16:creationId xmlns:a16="http://schemas.microsoft.com/office/drawing/2014/main" id="{69F58A63-2047-9F53-21EB-7BD64694807C}"/>
              </a:ext>
            </a:extLst>
          </p:cNvPr>
          <p:cNvPicPr>
            <a:picLocks noChangeAspect="1"/>
          </p:cNvPicPr>
          <p:nvPr userDrawn="1"/>
        </p:nvPicPr>
        <p:blipFill>
          <a:blip r:embed="rId3"/>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68714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546512-28CF-D240-B81F-9ACB8CB1ABBF}"/>
              </a:ext>
            </a:extLst>
          </p:cNvPr>
          <p:cNvSpPr>
            <a:spLocks noGrp="1"/>
          </p:cNvSpPr>
          <p:nvPr>
            <p:ph type="title"/>
          </p:nvPr>
        </p:nvSpPr>
        <p:spPr>
          <a:xfrm>
            <a:off x="228600" y="332740"/>
            <a:ext cx="11734800" cy="514512"/>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956130B2-56B0-7F46-8400-1E3680E9AAFB}"/>
              </a:ext>
            </a:extLst>
          </p:cNvPr>
          <p:cNvSpPr>
            <a:spLocks noGrp="1"/>
          </p:cNvSpPr>
          <p:nvPr>
            <p:ph type="body" idx="1"/>
          </p:nvPr>
        </p:nvSpPr>
        <p:spPr>
          <a:xfrm>
            <a:off x="228600" y="1694180"/>
            <a:ext cx="11506200" cy="3657600"/>
          </a:xfrm>
          <a:prstGeom prst="rect">
            <a:avLst/>
          </a:prstGeom>
        </p:spPr>
        <p:txBody>
          <a:bodyPr vert="horz" lIns="0" tIns="0" rIns="0" bIns="0" rtlCol="0">
            <a:noAutofit/>
          </a:bodyPr>
          <a:lstStyle/>
          <a:p>
            <a:pPr lvl="0"/>
            <a:r>
              <a:rPr lang="en-US"/>
              <a:t>Click to add text</a:t>
            </a:r>
          </a:p>
          <a:p>
            <a:pPr lvl="1"/>
            <a:r>
              <a:rPr lang="en-US"/>
              <a:t>Second level</a:t>
            </a:r>
          </a:p>
          <a:p>
            <a:pPr marL="693738" lvl="2" indent="-236538" algn="l" defTabSz="914400" rtl="0" eaLnBrk="1" latinLnBrk="0" hangingPunct="1">
              <a:lnSpc>
                <a:spcPct val="100000"/>
              </a:lnSpc>
              <a:spcBef>
                <a:spcPts val="500"/>
              </a:spcBef>
              <a:buClr>
                <a:schemeClr val="bg2"/>
              </a:buClr>
              <a:buSzPct val="90000"/>
              <a:buFont typeface="Courier New" panose="02070309020205020404" pitchFamily="49" charset="0"/>
              <a:buChar char="o"/>
              <a:tabLst/>
            </a:pPr>
            <a:r>
              <a:rPr lang="en-US"/>
              <a:t>Third level</a:t>
            </a:r>
          </a:p>
          <a:p>
            <a:pPr lvl="3"/>
            <a:r>
              <a:rPr lang="en-US"/>
              <a:t>Fourth level</a:t>
            </a:r>
          </a:p>
          <a:p>
            <a:pPr lvl="4"/>
            <a:r>
              <a:rPr lang="en-US"/>
              <a:t>Fifth level</a:t>
            </a:r>
          </a:p>
          <a:p>
            <a:pPr lvl="0"/>
            <a:endParaRPr lang="en-US"/>
          </a:p>
        </p:txBody>
      </p:sp>
      <p:sp>
        <p:nvSpPr>
          <p:cNvPr id="7" name="Slide Number Placeholder 5">
            <a:extLst>
              <a:ext uri="{FF2B5EF4-FFF2-40B4-BE49-F238E27FC236}">
                <a16:creationId xmlns:a16="http://schemas.microsoft.com/office/drawing/2014/main" id="{33B5C29C-C4AF-DD48-AE8A-5B7CB4F103AB}"/>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Arial" panose="020B0604020202020204" pitchFamily="34" charset="0"/>
              </a:defRPr>
            </a:lvl1pPr>
          </a:lstStyle>
          <a:p>
            <a:fld id="{BB55D76A-9B6E-CD41-ABBE-F6C938295BAD}" type="slidenum">
              <a:rPr lang="en-US" smtClean="0"/>
              <a:pPr/>
              <a:t>‹#›</a:t>
            </a:fld>
            <a:endParaRPr lang="en-US"/>
          </a:p>
        </p:txBody>
      </p:sp>
    </p:spTree>
    <p:extLst>
      <p:ext uri="{BB962C8B-B14F-4D97-AF65-F5344CB8AC3E}">
        <p14:creationId xmlns:p14="http://schemas.microsoft.com/office/powerpoint/2010/main" val="2458327591"/>
      </p:ext>
    </p:extLst>
  </p:cSld>
  <p:clrMap bg1="lt1" tx1="dk1" bg2="lt2" tx2="dk2" accent1="accent1" accent2="accent2" accent3="accent3" accent4="accent4" accent5="accent5" accent6="accent6" hlink="hlink" folHlink="folHlink"/>
  <p:sldLayoutIdLst>
    <p:sldLayoutId id="2147483935" r:id="rId1"/>
    <p:sldLayoutId id="2147483937" r:id="rId2"/>
    <p:sldLayoutId id="2147483804" r:id="rId3"/>
    <p:sldLayoutId id="2147483930" r:id="rId4"/>
    <p:sldLayoutId id="2147483929" r:id="rId5"/>
    <p:sldLayoutId id="2147483891" r:id="rId6"/>
    <p:sldLayoutId id="2147483890" r:id="rId7"/>
    <p:sldLayoutId id="2147483892" r:id="rId8"/>
    <p:sldLayoutId id="2147483906" r:id="rId9"/>
  </p:sldLayoutIdLst>
  <p:hf hdr="0" ftr="0" dt="0"/>
  <p:txStyles>
    <p:titleStyle>
      <a:lvl1pPr algn="l" defTabSz="914400" rtl="0" eaLnBrk="1" latinLnBrk="0" hangingPunct="1">
        <a:lnSpc>
          <a:spcPct val="90000"/>
        </a:lnSpc>
        <a:spcBef>
          <a:spcPct val="0"/>
        </a:spcBef>
        <a:buNone/>
        <a:defRPr sz="1600" b="0" i="0" kern="1200">
          <a:solidFill>
            <a:schemeClr val="tx2"/>
          </a:solidFill>
          <a:latin typeface="Arial" panose="020B0604020202020204" pitchFamily="34" charset="0"/>
          <a:ea typeface="Arial" panose="020B0604020202020204" pitchFamily="34" charset="0"/>
          <a:cs typeface="Arial" panose="020B0604020202020204" pitchFamily="34" charset="0"/>
        </a:defRPr>
      </a:lvl1pPr>
    </p:titleStyle>
    <p:bodyStyle>
      <a:lvl1pPr marL="285750" indent="-285750" algn="l" defTabSz="914400" rtl="0" eaLnBrk="1" latinLnBrk="0" hangingPunct="1">
        <a:lnSpc>
          <a:spcPct val="100000"/>
        </a:lnSpc>
        <a:spcBef>
          <a:spcPts val="1000"/>
        </a:spcBef>
        <a:buClr>
          <a:schemeClr val="tx2"/>
        </a:buClr>
        <a:buFont typeface="System Font Regular"/>
        <a:buChar char="–"/>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1pPr>
      <a:lvl2pPr marL="514350" indent="-225425" algn="l" defTabSz="914400" rtl="0" eaLnBrk="1" latinLnBrk="0" hangingPunct="1">
        <a:lnSpc>
          <a:spcPct val="100000"/>
        </a:lnSpc>
        <a:spcBef>
          <a:spcPts val="500"/>
        </a:spcBef>
        <a:buClr>
          <a:schemeClr val="tx2"/>
        </a:buClr>
        <a:buFont typeface="Arial" panose="020B0604020202020204" pitchFamily="34" charset="0"/>
        <a:buChar char="•"/>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2pPr>
      <a:lvl3pPr marL="457200" indent="0" algn="l" defTabSz="914400" rtl="0" eaLnBrk="1" latinLnBrk="0" hangingPunct="1">
        <a:lnSpc>
          <a:spcPct val="100000"/>
        </a:lnSpc>
        <a:spcBef>
          <a:spcPts val="500"/>
        </a:spcBef>
        <a:buClr>
          <a:srgbClr val="3D3C3C"/>
        </a:buClr>
        <a:buSzPct val="90000"/>
        <a:buFont typeface="Courier New" panose="02070309020205020404" pitchFamily="49" charset="0"/>
        <a:buNone/>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3pPr>
      <a:lvl4pPr marL="1030288" indent="-288925" algn="l" defTabSz="914400" rtl="0" eaLnBrk="1" latinLnBrk="0" hangingPunct="1">
        <a:lnSpc>
          <a:spcPct val="100000"/>
        </a:lnSpc>
        <a:spcBef>
          <a:spcPts val="500"/>
        </a:spcBef>
        <a:buClr>
          <a:schemeClr val="tx2"/>
        </a:buClr>
        <a:buFont typeface="System Font Regular"/>
        <a:buChar char="–"/>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4pPr>
      <a:lvl5pPr marL="1257300" indent="-214313" algn="l" defTabSz="914400" rtl="0" eaLnBrk="1" latinLnBrk="0" hangingPunct="1">
        <a:lnSpc>
          <a:spcPct val="100000"/>
        </a:lnSpc>
        <a:spcBef>
          <a:spcPts val="500"/>
        </a:spcBef>
        <a:buClr>
          <a:schemeClr val="tx2"/>
        </a:buClr>
        <a:buFont typeface="Arial" panose="020B0604020202020204" pitchFamily="34" charset="0"/>
        <a:buChar char="•"/>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5" pos="3696" userDrawn="1">
          <p15:clr>
            <a:srgbClr val="F26B43"/>
          </p15:clr>
        </p15:guide>
        <p15:guide id="26" pos="3840" userDrawn="1">
          <p15:clr>
            <a:srgbClr val="F26B43"/>
          </p15:clr>
        </p15:guide>
        <p15:guide id="27" pos="2880" userDrawn="1">
          <p15:clr>
            <a:srgbClr val="F26B43"/>
          </p15:clr>
        </p15:guide>
        <p15:guide id="28" pos="3984" userDrawn="1">
          <p15:clr>
            <a:srgbClr val="F26B43"/>
          </p15:clr>
        </p15:guide>
        <p15:guide id="29" pos="4800" userDrawn="1">
          <p15:clr>
            <a:srgbClr val="F26B43"/>
          </p15:clr>
        </p15:guide>
        <p15:guide id="30" pos="5616" userDrawn="1">
          <p15:clr>
            <a:srgbClr val="F26B43"/>
          </p15:clr>
        </p15:guide>
        <p15:guide id="31" pos="2064" userDrawn="1">
          <p15:clr>
            <a:srgbClr val="F26B43"/>
          </p15:clr>
        </p15:guide>
        <p15:guide id="32" pos="1920" userDrawn="1">
          <p15:clr>
            <a:srgbClr val="F26B43"/>
          </p15:clr>
        </p15:guide>
        <p15:guide id="33" pos="1776" userDrawn="1">
          <p15:clr>
            <a:srgbClr val="F26B43"/>
          </p15:clr>
        </p15:guide>
        <p15:guide id="34" pos="144" userDrawn="1">
          <p15:clr>
            <a:srgbClr val="F26B43"/>
          </p15:clr>
        </p15:guide>
        <p15:guide id="35" pos="5904" userDrawn="1">
          <p15:clr>
            <a:srgbClr val="F26B43"/>
          </p15:clr>
        </p15:guide>
        <p15:guide id="36" orient="horz" pos="216" userDrawn="1">
          <p15:clr>
            <a:srgbClr val="F26B43"/>
          </p15:clr>
        </p15:guide>
        <p15:guide id="37" orient="horz" pos="4104" userDrawn="1">
          <p15:clr>
            <a:srgbClr val="F26B43"/>
          </p15:clr>
        </p15:guide>
        <p15:guide id="38" pos="960" userDrawn="1">
          <p15:clr>
            <a:srgbClr val="F26B43"/>
          </p15:clr>
        </p15:guide>
        <p15:guide id="39" pos="5760" userDrawn="1">
          <p15:clr>
            <a:srgbClr val="F26B43"/>
          </p15:clr>
        </p15:guide>
        <p15:guide id="40" orient="horz" pos="552" userDrawn="1">
          <p15:clr>
            <a:srgbClr val="F26B43"/>
          </p15:clr>
        </p15:guide>
        <p15:guide id="41" orient="horz" pos="3792" userDrawn="1">
          <p15:clr>
            <a:srgbClr val="F26B43"/>
          </p15:clr>
        </p15:guide>
        <p15:guide id="42" orient="horz" pos="2160" userDrawn="1">
          <p15:clr>
            <a:srgbClr val="F26B43"/>
          </p15:clr>
        </p15:guide>
        <p15:guide id="44" orient="horz" pos="1080" userDrawn="1">
          <p15:clr>
            <a:srgbClr val="F26B43"/>
          </p15:clr>
        </p15:guide>
        <p15:guide id="45" orient="horz" pos="2688" userDrawn="1">
          <p15:clr>
            <a:srgbClr val="F26B43"/>
          </p15:clr>
        </p15:guide>
        <p15:guide id="47" orient="horz" pos="3264" userDrawn="1">
          <p15:clr>
            <a:srgbClr val="F26B43"/>
          </p15:clr>
        </p15:guide>
        <p15:guide id="49" orient="horz" pos="1632" userDrawn="1">
          <p15:clr>
            <a:srgbClr val="F26B43"/>
          </p15:clr>
        </p15:guide>
        <p15:guide id="51" pos="7536" userDrawn="1">
          <p15:clr>
            <a:srgbClr val="F26B43"/>
          </p15:clr>
        </p15:guide>
        <p15:guide id="52" pos="672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7FFFFFF6_65758B05.xm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microsoft.com/office/2007/relationships/hdphoto" Target="../media/hdphoto1.wdp"/><Relationship Id="rId3" Type="http://schemas.microsoft.com/office/2018/10/relationships/comments" Target="../comments/modernComment_7FFFFFF0_A6DD3ECB.xml"/><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53465-6359-C7C1-7620-2B0B72DF04E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4CCC7F-0F3F-5888-D3CD-B8040CBD63E0}"/>
              </a:ext>
            </a:extLst>
          </p:cNvPr>
          <p:cNvSpPr>
            <a:spLocks noGrp="1"/>
          </p:cNvSpPr>
          <p:nvPr>
            <p:ph type="sldNum" sz="quarter" idx="4294967295"/>
          </p:nvPr>
        </p:nvSpPr>
        <p:spPr>
          <a:xfrm>
            <a:off x="11714480" y="6317405"/>
            <a:ext cx="257355" cy="215947"/>
          </a:xfrm>
        </p:spPr>
        <p:txBody>
          <a:bodyPr/>
          <a:lstStyle/>
          <a:p>
            <a:fld id="{BB55D76A-9B6E-CD41-ABBE-F6C938295BAD}" type="slidenum">
              <a:rPr lang="en-GB" noProof="0" smtClean="0">
                <a:solidFill>
                  <a:schemeClr val="bg1"/>
                </a:solidFill>
              </a:rPr>
              <a:pPr/>
              <a:t>1</a:t>
            </a:fld>
            <a:endParaRPr lang="en-GB" noProof="0">
              <a:solidFill>
                <a:schemeClr val="bg1"/>
              </a:solidFill>
            </a:endParaRPr>
          </a:p>
        </p:txBody>
      </p:sp>
      <p:pic>
        <p:nvPicPr>
          <p:cNvPr id="45" name="Picture 44">
            <a:extLst>
              <a:ext uri="{FF2B5EF4-FFF2-40B4-BE49-F238E27FC236}">
                <a16:creationId xmlns:a16="http://schemas.microsoft.com/office/drawing/2014/main" id="{88AAD3D5-035C-7160-9620-CD7C22CC1CA7}"/>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46" name="Slide Number Placeholder 5">
            <a:extLst>
              <a:ext uri="{FF2B5EF4-FFF2-40B4-BE49-F238E27FC236}">
                <a16:creationId xmlns:a16="http://schemas.microsoft.com/office/drawing/2014/main" id="{0725E554-0695-91D0-A38F-123123F2B8CF}"/>
              </a:ext>
            </a:extLst>
          </p:cNvPr>
          <p:cNvSpPr txBox="1">
            <a:spLocks/>
          </p:cNvSpPr>
          <p:nvPr/>
        </p:nvSpPr>
        <p:spPr>
          <a:xfrm>
            <a:off x="11714480" y="6317405"/>
            <a:ext cx="257355" cy="215947"/>
          </a:xfrm>
          <a:prstGeom prst="rect">
            <a:avLst/>
          </a:prstGeom>
        </p:spPr>
        <p:txBody>
          <a:bodyPr lIns="0" tIns="0" rIns="0" bIns="0" numCol="1" anchor="b">
            <a:noAutofit/>
          </a:bodyPr>
          <a:lstStyle>
            <a:defPPr>
              <a:defRPr lang="en-US"/>
            </a:defPPr>
            <a:lvl1pPr marL="0" algn="r" defTabSz="914400" rtl="0" eaLnBrk="1" latinLnBrk="0" hangingPunct="1">
              <a:defRPr sz="900" b="0" i="0" kern="1200">
                <a:solidFill>
                  <a:schemeClr val="bg1">
                    <a:lumMod val="50000"/>
                  </a:schemeClr>
                </a:solidFill>
                <a:latin typeface="TWK Everett" panose="020B0204000000000000"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5D76A-9B6E-CD41-ABBE-F6C938295BAD}" type="slidenum">
              <a:rPr lang="en-GB" noProof="0" smtClean="0">
                <a:solidFill>
                  <a:schemeClr val="bg1"/>
                </a:solidFill>
              </a:rPr>
              <a:pPr/>
              <a:t>1</a:t>
            </a:fld>
            <a:endParaRPr lang="en-GB" noProof="0">
              <a:solidFill>
                <a:schemeClr val="bg1"/>
              </a:solidFill>
            </a:endParaRPr>
          </a:p>
        </p:txBody>
      </p:sp>
      <p:pic>
        <p:nvPicPr>
          <p:cNvPr id="47" name="Picture 46">
            <a:extLst>
              <a:ext uri="{FF2B5EF4-FFF2-40B4-BE49-F238E27FC236}">
                <a16:creationId xmlns:a16="http://schemas.microsoft.com/office/drawing/2014/main" id="{B3B70192-9E60-5A9B-0F36-3593135DADD0}"/>
              </a:ext>
            </a:extLst>
          </p:cNvPr>
          <p:cNvPicPr>
            <a:picLocks noChangeAspect="1"/>
          </p:cNvPicPr>
          <p:nvPr/>
        </p:nvPicPr>
        <p:blipFill>
          <a:blip r:embed="rId4"/>
          <a:stretch>
            <a:fillRect/>
          </a:stretch>
        </p:blipFill>
        <p:spPr>
          <a:xfrm>
            <a:off x="233400" y="6330802"/>
            <a:ext cx="723467" cy="227941"/>
          </a:xfrm>
          <a:prstGeom prst="rect">
            <a:avLst/>
          </a:prstGeom>
        </p:spPr>
      </p:pic>
      <p:sp>
        <p:nvSpPr>
          <p:cNvPr id="48" name="TextBox 47">
            <a:extLst>
              <a:ext uri="{FF2B5EF4-FFF2-40B4-BE49-F238E27FC236}">
                <a16:creationId xmlns:a16="http://schemas.microsoft.com/office/drawing/2014/main" id="{3AECA666-1E71-8BF3-241E-CE8067392335}"/>
              </a:ext>
            </a:extLst>
          </p:cNvPr>
          <p:cNvSpPr txBox="1"/>
          <p:nvPr/>
        </p:nvSpPr>
        <p:spPr>
          <a:xfrm>
            <a:off x="10541101" y="6387530"/>
            <a:ext cx="1134926" cy="138499"/>
          </a:xfrm>
          <a:prstGeom prst="rect">
            <a:avLst/>
          </a:prstGeom>
          <a:noFill/>
        </p:spPr>
        <p:txBody>
          <a:bodyPr wrap="none" lIns="0" tIns="0" rIns="0" bIns="0" rtlCol="0">
            <a:spAutoFit/>
          </a:bodyPr>
          <a:lstStyle/>
          <a:p>
            <a:pPr algn="r"/>
            <a:r>
              <a:rPr lang="en-GB" sz="900" b="0" i="0" noProof="0" dirty="0">
                <a:solidFill>
                  <a:schemeClr val="bg1"/>
                </a:solidFill>
                <a:latin typeface="TWK Everett" panose="020B0204000000000000" pitchFamily="34" charset="77"/>
              </a:rPr>
              <a:t>Kyndryl </a:t>
            </a:r>
            <a:r>
              <a:rPr lang="en-GB" sz="900" dirty="0">
                <a:solidFill>
                  <a:schemeClr val="bg1"/>
                </a:solidFill>
                <a:latin typeface="TWK Everett" panose="020B0204000000000000" pitchFamily="34" charset="77"/>
              </a:rPr>
              <a:t>Confidential</a:t>
            </a:r>
            <a:endParaRPr lang="en-GB" sz="900" b="0" i="0" noProof="0" dirty="0">
              <a:solidFill>
                <a:srgbClr val="FF462D"/>
              </a:solidFill>
              <a:latin typeface="TWK Everett" panose="020B0204000000000000" pitchFamily="34" charset="77"/>
            </a:endParaRPr>
          </a:p>
        </p:txBody>
      </p:sp>
      <p:sp>
        <p:nvSpPr>
          <p:cNvPr id="53" name="Freeform 52">
            <a:extLst>
              <a:ext uri="{FF2B5EF4-FFF2-40B4-BE49-F238E27FC236}">
                <a16:creationId xmlns:a16="http://schemas.microsoft.com/office/drawing/2014/main" id="{597C91D7-9498-FD19-F730-FF1C5433C93D}"/>
              </a:ext>
            </a:extLst>
          </p:cNvPr>
          <p:cNvSpPr/>
          <p:nvPr/>
        </p:nvSpPr>
        <p:spPr>
          <a:xfrm>
            <a:off x="1110004" y="6358909"/>
            <a:ext cx="60524" cy="171729"/>
          </a:xfrm>
          <a:custGeom>
            <a:avLst/>
            <a:gdLst>
              <a:gd name="connsiteX0" fmla="*/ 9367 w 138323"/>
              <a:gd name="connsiteY0" fmla="*/ 392475 h 392475"/>
              <a:gd name="connsiteX1" fmla="*/ 138324 w 138323"/>
              <a:gd name="connsiteY1" fmla="*/ 0 h 392475"/>
              <a:gd name="connsiteX2" fmla="*/ 129066 w 138323"/>
              <a:gd name="connsiteY2" fmla="*/ 0 h 392475"/>
              <a:gd name="connsiteX3" fmla="*/ 0 w 138323"/>
              <a:gd name="connsiteY3" fmla="*/ 392475 h 392475"/>
              <a:gd name="connsiteX4" fmla="*/ 9367 w 138323"/>
              <a:gd name="connsiteY4" fmla="*/ 392475 h 392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23" h="392475">
                <a:moveTo>
                  <a:pt x="9367" y="392475"/>
                </a:moveTo>
                <a:lnTo>
                  <a:pt x="138324" y="0"/>
                </a:lnTo>
                <a:lnTo>
                  <a:pt x="129066" y="0"/>
                </a:lnTo>
                <a:lnTo>
                  <a:pt x="0" y="392475"/>
                </a:lnTo>
                <a:lnTo>
                  <a:pt x="9367" y="392475"/>
                </a:lnTo>
                <a:close/>
              </a:path>
            </a:pathLst>
          </a:custGeom>
          <a:solidFill>
            <a:srgbClr val="3D3C3C"/>
          </a:solidFill>
          <a:ln w="0" cap="flat">
            <a:noFill/>
            <a:prstDash val="solid"/>
            <a:miter/>
          </a:ln>
        </p:spPr>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endParaRPr lang="en-GB" sz="1250" noProof="0"/>
          </a:p>
        </p:txBody>
      </p:sp>
      <p:sp>
        <p:nvSpPr>
          <p:cNvPr id="55" name="Rectangle 54">
            <a:extLst>
              <a:ext uri="{FF2B5EF4-FFF2-40B4-BE49-F238E27FC236}">
                <a16:creationId xmlns:a16="http://schemas.microsoft.com/office/drawing/2014/main" id="{46D85B20-305F-13ED-2485-FE9261883955}"/>
              </a:ext>
            </a:extLst>
          </p:cNvPr>
          <p:cNvSpPr/>
          <p:nvPr/>
        </p:nvSpPr>
        <p:spPr>
          <a:xfrm>
            <a:off x="320222" y="3429000"/>
            <a:ext cx="4339914" cy="2310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endParaRPr lang="en-GB" sz="3200" noProof="0">
              <a:solidFill>
                <a:schemeClr val="tx1"/>
              </a:solidFill>
              <a:latin typeface="TWK Everett Medium" panose="020B0204000000000000" pitchFamily="34" charset="77"/>
            </a:endParaRPr>
          </a:p>
        </p:txBody>
      </p:sp>
      <p:sp>
        <p:nvSpPr>
          <p:cNvPr id="56" name="TextBox 55">
            <a:extLst>
              <a:ext uri="{FF2B5EF4-FFF2-40B4-BE49-F238E27FC236}">
                <a16:creationId xmlns:a16="http://schemas.microsoft.com/office/drawing/2014/main" id="{F0ABD2AD-6857-B56D-8106-053E9BA94092}"/>
              </a:ext>
            </a:extLst>
          </p:cNvPr>
          <p:cNvSpPr txBox="1"/>
          <p:nvPr/>
        </p:nvSpPr>
        <p:spPr>
          <a:xfrm>
            <a:off x="320222" y="2324559"/>
            <a:ext cx="4339914" cy="1842571"/>
          </a:xfrm>
          <a:prstGeom prst="rect">
            <a:avLst/>
          </a:prstGeom>
          <a:noFill/>
        </p:spPr>
        <p:txBody>
          <a:bodyPr wrap="square" lIns="0" tIns="0" rIns="0" bIns="0" rtlCol="0" anchor="ctr" anchorCtr="0">
            <a:noAutofit/>
          </a:bodyPr>
          <a:lstStyle/>
          <a:p>
            <a:r>
              <a:rPr lang="en-GB" sz="3600" dirty="0">
                <a:solidFill>
                  <a:schemeClr val="tx2"/>
                </a:solidFill>
                <a:latin typeface="TWK Everett Medium" panose="020B0204000000000000" pitchFamily="34" charset="77"/>
              </a:rPr>
              <a:t>Title</a:t>
            </a:r>
            <a:endParaRPr lang="en-GB" sz="3600" noProof="0" dirty="0">
              <a:solidFill>
                <a:schemeClr val="accent1"/>
              </a:solidFill>
              <a:latin typeface="TWK Everett" panose="020B0204000000000000" pitchFamily="34" charset="77"/>
            </a:endParaRPr>
          </a:p>
        </p:txBody>
      </p:sp>
    </p:spTree>
    <p:extLst>
      <p:ext uri="{BB962C8B-B14F-4D97-AF65-F5344CB8AC3E}">
        <p14:creationId xmlns:p14="http://schemas.microsoft.com/office/powerpoint/2010/main" val="321064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7E60B-AB55-E10A-2ABC-12D42436CBE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572F930-818C-A477-FC6F-E2F0FA17D357}"/>
              </a:ext>
            </a:extLst>
          </p:cNvPr>
          <p:cNvSpPr>
            <a:spLocks noGrp="1"/>
          </p:cNvSpPr>
          <p:nvPr>
            <p:ph type="body" sz="quarter" idx="10"/>
          </p:nvPr>
        </p:nvSpPr>
        <p:spPr/>
        <p:txBody>
          <a:bodyPr/>
          <a:lstStyle/>
          <a:p>
            <a:r>
              <a:rPr lang="en-GB" noProof="0"/>
              <a:t>EXECUTIVE THESIS</a:t>
            </a:r>
          </a:p>
        </p:txBody>
      </p:sp>
      <p:sp>
        <p:nvSpPr>
          <p:cNvPr id="3" name="Title 2">
            <a:extLst>
              <a:ext uri="{FF2B5EF4-FFF2-40B4-BE49-F238E27FC236}">
                <a16:creationId xmlns:a16="http://schemas.microsoft.com/office/drawing/2014/main" id="{F031EF75-47B7-293A-83CA-B450CFC0252A}"/>
              </a:ext>
            </a:extLst>
          </p:cNvPr>
          <p:cNvSpPr>
            <a:spLocks noGrp="1"/>
          </p:cNvSpPr>
          <p:nvPr>
            <p:ph type="title"/>
          </p:nvPr>
        </p:nvSpPr>
        <p:spPr>
          <a:xfrm>
            <a:off x="237034" y="672601"/>
            <a:ext cx="9951303" cy="712774"/>
          </a:xfrm>
        </p:spPr>
        <p:txBody>
          <a:bodyPr/>
          <a:lstStyle/>
          <a:p>
            <a:r>
              <a:rPr lang="en-GB" noProof="0" dirty="0"/>
              <a:t>The Industry Is Shifting Towards XYZ Trends</a:t>
            </a:r>
          </a:p>
        </p:txBody>
      </p:sp>
      <p:sp>
        <p:nvSpPr>
          <p:cNvPr id="323" name="TextBox 322">
            <a:extLst>
              <a:ext uri="{FF2B5EF4-FFF2-40B4-BE49-F238E27FC236}">
                <a16:creationId xmlns:a16="http://schemas.microsoft.com/office/drawing/2014/main" id="{DBD8EF44-44CD-43BE-A23E-1D02F83AB3D6}"/>
              </a:ext>
            </a:extLst>
          </p:cNvPr>
          <p:cNvSpPr txBox="1"/>
          <p:nvPr/>
        </p:nvSpPr>
        <p:spPr>
          <a:xfrm>
            <a:off x="231777" y="1524000"/>
            <a:ext cx="8865924" cy="430887"/>
          </a:xfrm>
          <a:prstGeom prst="rect">
            <a:avLst/>
          </a:prstGeom>
          <a:noFill/>
        </p:spPr>
        <p:txBody>
          <a:bodyPr wrap="square" lIns="0" tIns="0" rIns="0" bIns="0" rtlCol="0">
            <a:spAutoFit/>
          </a:bodyPr>
          <a:lstStyle/>
          <a:p>
            <a:pPr>
              <a:spcBef>
                <a:spcPts val="1000"/>
              </a:spcBef>
              <a:buClr>
                <a:schemeClr val="tx2"/>
              </a:buClr>
            </a:pPr>
            <a:r>
              <a:rPr lang="en-GB" sz="1400" noProof="0">
                <a:solidFill>
                  <a:schemeClr val="accent1"/>
                </a:solidFill>
                <a:latin typeface="TWK Everett" panose="020B0204000000000000" pitchFamily="34" charset="77"/>
                <a:cs typeface="Arial" panose="020B0604020202020204" pitchFamily="34" charset="0"/>
              </a:rPr>
              <a:t>Evidence from multiple estate data sources and stakeholder validation confirms three structural constraints limiting WPP's ability to simplify, migrate and govern the estate in support of Elevate28.</a:t>
            </a:r>
          </a:p>
        </p:txBody>
      </p:sp>
    </p:spTree>
    <p:extLst>
      <p:ext uri="{BB962C8B-B14F-4D97-AF65-F5344CB8AC3E}">
        <p14:creationId xmlns:p14="http://schemas.microsoft.com/office/powerpoint/2010/main" val="1627486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59266-8893-AD1A-AAC4-989C4D41EC7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63AB083-9A70-D73C-E5D9-FF921D280259}"/>
              </a:ext>
            </a:extLst>
          </p:cNvPr>
          <p:cNvSpPr>
            <a:spLocks noGrp="1"/>
          </p:cNvSpPr>
          <p:nvPr>
            <p:ph type="body" sz="quarter" idx="10"/>
          </p:nvPr>
        </p:nvSpPr>
        <p:spPr/>
        <p:txBody>
          <a:bodyPr/>
          <a:lstStyle/>
          <a:p>
            <a:r>
              <a:rPr lang="en-GB" noProof="0"/>
              <a:t>EXECUTIVE THESIS</a:t>
            </a:r>
          </a:p>
        </p:txBody>
      </p:sp>
      <p:sp>
        <p:nvSpPr>
          <p:cNvPr id="3" name="Title 2">
            <a:extLst>
              <a:ext uri="{FF2B5EF4-FFF2-40B4-BE49-F238E27FC236}">
                <a16:creationId xmlns:a16="http://schemas.microsoft.com/office/drawing/2014/main" id="{A681818B-E534-345D-9C95-91D9ECED07CB}"/>
              </a:ext>
            </a:extLst>
          </p:cNvPr>
          <p:cNvSpPr>
            <a:spLocks noGrp="1"/>
          </p:cNvSpPr>
          <p:nvPr>
            <p:ph type="title"/>
          </p:nvPr>
        </p:nvSpPr>
        <p:spPr>
          <a:xfrm>
            <a:off x="237034" y="672601"/>
            <a:ext cx="9951303" cy="712774"/>
          </a:xfrm>
        </p:spPr>
        <p:txBody>
          <a:bodyPr/>
          <a:lstStyle/>
          <a:p>
            <a:r>
              <a:rPr lang="en-GB" noProof="0" dirty="0"/>
              <a:t>To Address These Company Trends, Company Is Driving The Following Priorities</a:t>
            </a:r>
          </a:p>
        </p:txBody>
      </p:sp>
      <p:sp>
        <p:nvSpPr>
          <p:cNvPr id="39" name="TextBox 38">
            <a:extLst>
              <a:ext uri="{FF2B5EF4-FFF2-40B4-BE49-F238E27FC236}">
                <a16:creationId xmlns:a16="http://schemas.microsoft.com/office/drawing/2014/main" id="{79C648B3-C4D5-8628-B54A-CCC56D0B29B5}"/>
              </a:ext>
            </a:extLst>
          </p:cNvPr>
          <p:cNvSpPr txBox="1"/>
          <p:nvPr/>
        </p:nvSpPr>
        <p:spPr>
          <a:xfrm>
            <a:off x="10191991" y="2414052"/>
            <a:ext cx="1779837" cy="538609"/>
          </a:xfrm>
          <a:prstGeom prst="rect">
            <a:avLst/>
          </a:prstGeom>
          <a:noFill/>
        </p:spPr>
        <p:txBody>
          <a:bodyPr wrap="square" lIns="0" tIns="0" rIns="0" bIns="0" rtlCol="0">
            <a:spAutoFit/>
          </a:bodyPr>
          <a:lstStyle/>
          <a:p>
            <a:pPr>
              <a:spcAft>
                <a:spcPts val="600"/>
              </a:spcAft>
            </a:pPr>
            <a:r>
              <a:rPr lang="en-GB" sz="1000" noProof="0">
                <a:latin typeface="TWK Everett Medium" panose="020B0204000000000000" pitchFamily="34" charset="77"/>
              </a:rPr>
              <a:t>Simplification</a:t>
            </a:r>
          </a:p>
          <a:p>
            <a:pPr>
              <a:spcAft>
                <a:spcPts val="600"/>
              </a:spcAft>
            </a:pPr>
            <a:r>
              <a:rPr lang="en-GB" sz="1000" noProof="0">
                <a:latin typeface="TWK Everett Light" panose="020B0204000000000000" pitchFamily="34" charset="77"/>
              </a:rPr>
              <a:t>Identify duplication and reduce portfolio complexity</a:t>
            </a:r>
          </a:p>
        </p:txBody>
      </p:sp>
      <p:sp>
        <p:nvSpPr>
          <p:cNvPr id="45" name="TextBox 44">
            <a:extLst>
              <a:ext uri="{FF2B5EF4-FFF2-40B4-BE49-F238E27FC236}">
                <a16:creationId xmlns:a16="http://schemas.microsoft.com/office/drawing/2014/main" id="{9E46F79E-FBC6-5521-3854-BD193B5EF65D}"/>
              </a:ext>
            </a:extLst>
          </p:cNvPr>
          <p:cNvSpPr txBox="1"/>
          <p:nvPr/>
        </p:nvSpPr>
        <p:spPr>
          <a:xfrm>
            <a:off x="10191985" y="5525716"/>
            <a:ext cx="1779848"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AI &amp; Automation</a:t>
            </a:r>
          </a:p>
          <a:p>
            <a:pPr>
              <a:spcBef>
                <a:spcPts val="600"/>
              </a:spcBef>
            </a:pPr>
            <a:r>
              <a:rPr lang="en-GB" sz="1000" noProof="0">
                <a:latin typeface="TWK Everett Light" panose="020B0204000000000000" pitchFamily="34" charset="77"/>
              </a:rPr>
              <a:t>Enable trusted data-driven decisions and future automation</a:t>
            </a:r>
          </a:p>
        </p:txBody>
      </p:sp>
      <p:sp>
        <p:nvSpPr>
          <p:cNvPr id="46" name="TextBox 45">
            <a:extLst>
              <a:ext uri="{FF2B5EF4-FFF2-40B4-BE49-F238E27FC236}">
                <a16:creationId xmlns:a16="http://schemas.microsoft.com/office/drawing/2014/main" id="{4A928BFB-777D-E812-048B-E946C783F2BE}"/>
              </a:ext>
            </a:extLst>
          </p:cNvPr>
          <p:cNvSpPr txBox="1"/>
          <p:nvPr/>
        </p:nvSpPr>
        <p:spPr>
          <a:xfrm>
            <a:off x="10188349" y="3375073"/>
            <a:ext cx="1780841"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Transformation Confidence</a:t>
            </a:r>
            <a:endParaRPr lang="en-GB" sz="1000" noProof="0">
              <a:latin typeface="TWK Everett" panose="020B0204000000000000" pitchFamily="34" charset="77"/>
            </a:endParaRPr>
          </a:p>
          <a:p>
            <a:pPr>
              <a:spcBef>
                <a:spcPts val="600"/>
              </a:spcBef>
            </a:pPr>
            <a:r>
              <a:rPr lang="en-GB" sz="1000" noProof="0">
                <a:latin typeface="TWK Everett Light" panose="020B0204000000000000" pitchFamily="34" charset="77"/>
              </a:rPr>
              <a:t>Improve migration planning confidence and reduce delivery risk</a:t>
            </a:r>
          </a:p>
        </p:txBody>
      </p:sp>
      <p:sp>
        <p:nvSpPr>
          <p:cNvPr id="47" name="TextBox 46">
            <a:extLst>
              <a:ext uri="{FF2B5EF4-FFF2-40B4-BE49-F238E27FC236}">
                <a16:creationId xmlns:a16="http://schemas.microsoft.com/office/drawing/2014/main" id="{21A3DC7D-D23C-9888-ED46-167D86D84434}"/>
              </a:ext>
            </a:extLst>
          </p:cNvPr>
          <p:cNvSpPr txBox="1"/>
          <p:nvPr/>
        </p:nvSpPr>
        <p:spPr>
          <a:xfrm>
            <a:off x="10191987" y="4463094"/>
            <a:ext cx="1874221"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Governance</a:t>
            </a:r>
          </a:p>
          <a:p>
            <a:pPr>
              <a:spcBef>
                <a:spcPts val="600"/>
              </a:spcBef>
            </a:pPr>
            <a:r>
              <a:rPr lang="en-GB" sz="1000" noProof="0">
                <a:latin typeface="TWK Everett Light" panose="020B0204000000000000" pitchFamily="34" charset="77"/>
              </a:rPr>
              <a:t>Establish trusted estate data through consistent governance and accountability</a:t>
            </a:r>
          </a:p>
        </p:txBody>
      </p:sp>
      <p:sp>
        <p:nvSpPr>
          <p:cNvPr id="52" name="Text 9">
            <a:extLst>
              <a:ext uri="{FF2B5EF4-FFF2-40B4-BE49-F238E27FC236}">
                <a16:creationId xmlns:a16="http://schemas.microsoft.com/office/drawing/2014/main" id="{8DE8F060-30D4-08B0-2529-E55553B6BC01}"/>
              </a:ext>
            </a:extLst>
          </p:cNvPr>
          <p:cNvSpPr/>
          <p:nvPr/>
        </p:nvSpPr>
        <p:spPr>
          <a:xfrm>
            <a:off x="9642040" y="2025134"/>
            <a:ext cx="2401369" cy="235684"/>
          </a:xfrm>
          <a:prstGeom prst="rect">
            <a:avLst/>
          </a:prstGeom>
          <a:noFill/>
          <a:ln/>
        </p:spPr>
        <p:txBody>
          <a:bodyPr wrap="square" lIns="0" tIns="0" rIns="0" bIns="0" rtlCol="0" anchor="ctr"/>
          <a:lstStyle/>
          <a:p>
            <a:pPr marL="0" indent="0">
              <a:buNone/>
            </a:pPr>
            <a:r>
              <a:rPr lang="en-GB" sz="1000" noProof="0">
                <a:solidFill>
                  <a:srgbClr val="1A1A1A"/>
                </a:solidFill>
                <a:latin typeface="TWK Everett Medium" panose="020B0204000000000000" pitchFamily="34" charset="77"/>
                <a:ea typeface="Arial" pitchFamily="34" charset="-122"/>
                <a:cs typeface="Arial" pitchFamily="34" charset="-120"/>
              </a:rPr>
              <a:t>ENABLED OUTCOMES</a:t>
            </a:r>
            <a:endParaRPr lang="en-GB" sz="1000" noProof="0">
              <a:latin typeface="TWK Everett Medium" panose="020B0204000000000000" pitchFamily="34" charset="77"/>
            </a:endParaRPr>
          </a:p>
        </p:txBody>
      </p:sp>
      <p:cxnSp>
        <p:nvCxnSpPr>
          <p:cNvPr id="26" name="Straight Connector 25">
            <a:extLst>
              <a:ext uri="{FF2B5EF4-FFF2-40B4-BE49-F238E27FC236}">
                <a16:creationId xmlns:a16="http://schemas.microsoft.com/office/drawing/2014/main" id="{55785931-753F-1F63-01B8-4D082CABEA3D}"/>
              </a:ext>
            </a:extLst>
          </p:cNvPr>
          <p:cNvCxnSpPr>
            <a:cxnSpLocks/>
          </p:cNvCxnSpPr>
          <p:nvPr/>
        </p:nvCxnSpPr>
        <p:spPr>
          <a:xfrm>
            <a:off x="9642040" y="2289046"/>
            <a:ext cx="63182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AA62BD1-08B1-D934-EFE5-CF4CF6BCE488}"/>
              </a:ext>
            </a:extLst>
          </p:cNvPr>
          <p:cNvCxnSpPr>
            <a:cxnSpLocks/>
          </p:cNvCxnSpPr>
          <p:nvPr/>
        </p:nvCxnSpPr>
        <p:spPr>
          <a:xfrm>
            <a:off x="9658009" y="3214667"/>
            <a:ext cx="2376000"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09" name="Straight Connector 208">
            <a:extLst>
              <a:ext uri="{FF2B5EF4-FFF2-40B4-BE49-F238E27FC236}">
                <a16:creationId xmlns:a16="http://schemas.microsoft.com/office/drawing/2014/main" id="{44732651-B834-4EDB-E121-1F159393154D}"/>
              </a:ext>
            </a:extLst>
          </p:cNvPr>
          <p:cNvCxnSpPr>
            <a:cxnSpLocks/>
          </p:cNvCxnSpPr>
          <p:nvPr/>
        </p:nvCxnSpPr>
        <p:spPr>
          <a:xfrm>
            <a:off x="9658009" y="4264588"/>
            <a:ext cx="2376000"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6D8A5242-BB0F-F47A-05E5-FFEB44040F2F}"/>
              </a:ext>
            </a:extLst>
          </p:cNvPr>
          <p:cNvCxnSpPr>
            <a:cxnSpLocks/>
          </p:cNvCxnSpPr>
          <p:nvPr/>
        </p:nvCxnSpPr>
        <p:spPr>
          <a:xfrm>
            <a:off x="9658009" y="5365309"/>
            <a:ext cx="2376000"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pic>
        <p:nvPicPr>
          <p:cNvPr id="249" name="Picture 248">
            <a:extLst>
              <a:ext uri="{FF2B5EF4-FFF2-40B4-BE49-F238E27FC236}">
                <a16:creationId xmlns:a16="http://schemas.microsoft.com/office/drawing/2014/main" id="{B81E4CBA-F5CC-1D52-2193-C226CAB9F0FE}"/>
              </a:ext>
            </a:extLst>
          </p:cNvPr>
          <p:cNvPicPr>
            <a:picLocks noChangeAspect="1"/>
          </p:cNvPicPr>
          <p:nvPr/>
        </p:nvPicPr>
        <p:blipFill>
          <a:blip r:embed="rId3"/>
          <a:srcRect l="6332" t="5255" r="68187" b="78270"/>
          <a:stretch>
            <a:fillRect/>
          </a:stretch>
        </p:blipFill>
        <p:spPr>
          <a:xfrm>
            <a:off x="9634715" y="2468194"/>
            <a:ext cx="452460" cy="475055"/>
          </a:xfrm>
          <a:prstGeom prst="rect">
            <a:avLst/>
          </a:prstGeom>
        </p:spPr>
      </p:pic>
      <p:pic>
        <p:nvPicPr>
          <p:cNvPr id="250" name="Picture 249">
            <a:extLst>
              <a:ext uri="{FF2B5EF4-FFF2-40B4-BE49-F238E27FC236}">
                <a16:creationId xmlns:a16="http://schemas.microsoft.com/office/drawing/2014/main" id="{424D389D-8184-2F00-1624-114A1755C499}"/>
              </a:ext>
            </a:extLst>
          </p:cNvPr>
          <p:cNvPicPr>
            <a:picLocks noChangeAspect="1"/>
          </p:cNvPicPr>
          <p:nvPr/>
        </p:nvPicPr>
        <p:blipFill>
          <a:blip r:embed="rId3"/>
          <a:srcRect l="4512" t="29293" r="68199" b="51359"/>
          <a:stretch>
            <a:fillRect/>
          </a:stretch>
        </p:blipFill>
        <p:spPr>
          <a:xfrm>
            <a:off x="9618661" y="3429821"/>
            <a:ext cx="484568" cy="557894"/>
          </a:xfrm>
          <a:prstGeom prst="rect">
            <a:avLst/>
          </a:prstGeom>
        </p:spPr>
      </p:pic>
      <p:pic>
        <p:nvPicPr>
          <p:cNvPr id="251" name="Picture 250">
            <a:extLst>
              <a:ext uri="{FF2B5EF4-FFF2-40B4-BE49-F238E27FC236}">
                <a16:creationId xmlns:a16="http://schemas.microsoft.com/office/drawing/2014/main" id="{A328EBC1-4BC5-7576-C143-A8002AF56AB5}"/>
              </a:ext>
            </a:extLst>
          </p:cNvPr>
          <p:cNvPicPr>
            <a:picLocks noChangeAspect="1"/>
          </p:cNvPicPr>
          <p:nvPr/>
        </p:nvPicPr>
        <p:blipFill>
          <a:blip r:embed="rId3"/>
          <a:srcRect l="5751" t="54781" r="66960" b="25871"/>
          <a:stretch>
            <a:fillRect/>
          </a:stretch>
        </p:blipFill>
        <p:spPr>
          <a:xfrm>
            <a:off x="9618661" y="4494305"/>
            <a:ext cx="484568" cy="557894"/>
          </a:xfrm>
          <a:prstGeom prst="rect">
            <a:avLst/>
          </a:prstGeom>
        </p:spPr>
      </p:pic>
      <p:pic>
        <p:nvPicPr>
          <p:cNvPr id="252" name="Picture 251">
            <a:extLst>
              <a:ext uri="{FF2B5EF4-FFF2-40B4-BE49-F238E27FC236}">
                <a16:creationId xmlns:a16="http://schemas.microsoft.com/office/drawing/2014/main" id="{70E1CF26-62B5-7986-5166-B754185C1542}"/>
              </a:ext>
            </a:extLst>
          </p:cNvPr>
          <p:cNvPicPr>
            <a:picLocks noChangeAspect="1"/>
          </p:cNvPicPr>
          <p:nvPr/>
        </p:nvPicPr>
        <p:blipFill>
          <a:blip r:embed="rId3"/>
          <a:srcRect l="6488" t="76756" r="66223" b="3896"/>
          <a:stretch>
            <a:fillRect/>
          </a:stretch>
        </p:blipFill>
        <p:spPr>
          <a:xfrm>
            <a:off x="9618661" y="5556925"/>
            <a:ext cx="484568" cy="557894"/>
          </a:xfrm>
          <a:prstGeom prst="rect">
            <a:avLst/>
          </a:prstGeom>
        </p:spPr>
      </p:pic>
    </p:spTree>
    <p:extLst>
      <p:ext uri="{BB962C8B-B14F-4D97-AF65-F5344CB8AC3E}">
        <p14:creationId xmlns:p14="http://schemas.microsoft.com/office/powerpoint/2010/main" val="4051618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DA71C-8D8B-33E6-4D2A-6BC39D0FE01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435E0A2-E816-6970-68A1-7267053FE279}"/>
              </a:ext>
            </a:extLst>
          </p:cNvPr>
          <p:cNvSpPr>
            <a:spLocks noGrp="1"/>
          </p:cNvSpPr>
          <p:nvPr>
            <p:ph type="body" sz="quarter" idx="10"/>
          </p:nvPr>
        </p:nvSpPr>
        <p:spPr/>
        <p:txBody>
          <a:bodyPr/>
          <a:lstStyle/>
          <a:p>
            <a:r>
              <a:rPr lang="en-GB" noProof="0"/>
              <a:t>EXECUTIVE THESIS</a:t>
            </a:r>
          </a:p>
        </p:txBody>
      </p:sp>
      <p:sp>
        <p:nvSpPr>
          <p:cNvPr id="3" name="Title 2">
            <a:extLst>
              <a:ext uri="{FF2B5EF4-FFF2-40B4-BE49-F238E27FC236}">
                <a16:creationId xmlns:a16="http://schemas.microsoft.com/office/drawing/2014/main" id="{94A3FD35-F0EE-C9E5-34AA-AB21E9360B43}"/>
              </a:ext>
            </a:extLst>
          </p:cNvPr>
          <p:cNvSpPr>
            <a:spLocks noGrp="1"/>
          </p:cNvSpPr>
          <p:nvPr>
            <p:ph type="title"/>
          </p:nvPr>
        </p:nvSpPr>
        <p:spPr>
          <a:xfrm>
            <a:off x="237034" y="672601"/>
            <a:ext cx="9951303" cy="712774"/>
          </a:xfrm>
        </p:spPr>
        <p:txBody>
          <a:bodyPr/>
          <a:lstStyle/>
          <a:p>
            <a:r>
              <a:rPr lang="en-GB" noProof="0" dirty="0" err="1"/>
              <a:t>Transfo</a:t>
            </a:r>
            <a:endParaRPr lang="en-GB" noProof="0" dirty="0"/>
          </a:p>
        </p:txBody>
      </p:sp>
      <p:sp>
        <p:nvSpPr>
          <p:cNvPr id="39" name="TextBox 38">
            <a:extLst>
              <a:ext uri="{FF2B5EF4-FFF2-40B4-BE49-F238E27FC236}">
                <a16:creationId xmlns:a16="http://schemas.microsoft.com/office/drawing/2014/main" id="{78239D4A-CC2F-3932-4D3F-A678986F3382}"/>
              </a:ext>
            </a:extLst>
          </p:cNvPr>
          <p:cNvSpPr txBox="1"/>
          <p:nvPr/>
        </p:nvSpPr>
        <p:spPr>
          <a:xfrm>
            <a:off x="10191991" y="2414052"/>
            <a:ext cx="1779837" cy="538609"/>
          </a:xfrm>
          <a:prstGeom prst="rect">
            <a:avLst/>
          </a:prstGeom>
          <a:noFill/>
        </p:spPr>
        <p:txBody>
          <a:bodyPr wrap="square" lIns="0" tIns="0" rIns="0" bIns="0" rtlCol="0">
            <a:spAutoFit/>
          </a:bodyPr>
          <a:lstStyle/>
          <a:p>
            <a:pPr>
              <a:spcAft>
                <a:spcPts val="600"/>
              </a:spcAft>
            </a:pPr>
            <a:r>
              <a:rPr lang="en-GB" sz="1000" noProof="0">
                <a:latin typeface="TWK Everett Medium" panose="020B0204000000000000" pitchFamily="34" charset="77"/>
              </a:rPr>
              <a:t>Simplification</a:t>
            </a:r>
          </a:p>
          <a:p>
            <a:pPr>
              <a:spcAft>
                <a:spcPts val="600"/>
              </a:spcAft>
            </a:pPr>
            <a:r>
              <a:rPr lang="en-GB" sz="1000" noProof="0">
                <a:latin typeface="TWK Everett Light" panose="020B0204000000000000" pitchFamily="34" charset="77"/>
              </a:rPr>
              <a:t>Identify duplication and reduce portfolio complexity</a:t>
            </a:r>
          </a:p>
        </p:txBody>
      </p:sp>
      <p:sp>
        <p:nvSpPr>
          <p:cNvPr id="45" name="TextBox 44">
            <a:extLst>
              <a:ext uri="{FF2B5EF4-FFF2-40B4-BE49-F238E27FC236}">
                <a16:creationId xmlns:a16="http://schemas.microsoft.com/office/drawing/2014/main" id="{F04B46CA-4FCE-855B-A1A8-2071A4FA0B4D}"/>
              </a:ext>
            </a:extLst>
          </p:cNvPr>
          <p:cNvSpPr txBox="1"/>
          <p:nvPr/>
        </p:nvSpPr>
        <p:spPr>
          <a:xfrm>
            <a:off x="10191985" y="5525716"/>
            <a:ext cx="1779848"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AI &amp; Automation</a:t>
            </a:r>
          </a:p>
          <a:p>
            <a:pPr>
              <a:spcBef>
                <a:spcPts val="600"/>
              </a:spcBef>
            </a:pPr>
            <a:r>
              <a:rPr lang="en-GB" sz="1000" noProof="0">
                <a:latin typeface="TWK Everett Light" panose="020B0204000000000000" pitchFamily="34" charset="77"/>
              </a:rPr>
              <a:t>Enable trusted data-driven decisions and future automation</a:t>
            </a:r>
          </a:p>
        </p:txBody>
      </p:sp>
      <p:sp>
        <p:nvSpPr>
          <p:cNvPr id="46" name="TextBox 45">
            <a:extLst>
              <a:ext uri="{FF2B5EF4-FFF2-40B4-BE49-F238E27FC236}">
                <a16:creationId xmlns:a16="http://schemas.microsoft.com/office/drawing/2014/main" id="{924ADDEA-6996-83E0-5147-B1F4896DB586}"/>
              </a:ext>
            </a:extLst>
          </p:cNvPr>
          <p:cNvSpPr txBox="1"/>
          <p:nvPr/>
        </p:nvSpPr>
        <p:spPr>
          <a:xfrm>
            <a:off x="10188349" y="3375073"/>
            <a:ext cx="1780841"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Transformation Confidence</a:t>
            </a:r>
            <a:endParaRPr lang="en-GB" sz="1000" noProof="0">
              <a:latin typeface="TWK Everett" panose="020B0204000000000000" pitchFamily="34" charset="77"/>
            </a:endParaRPr>
          </a:p>
          <a:p>
            <a:pPr>
              <a:spcBef>
                <a:spcPts val="600"/>
              </a:spcBef>
            </a:pPr>
            <a:r>
              <a:rPr lang="en-GB" sz="1000" noProof="0">
                <a:latin typeface="TWK Everett Light" panose="020B0204000000000000" pitchFamily="34" charset="77"/>
              </a:rPr>
              <a:t>Improve migration planning confidence and reduce delivery risk</a:t>
            </a:r>
          </a:p>
        </p:txBody>
      </p:sp>
      <p:sp>
        <p:nvSpPr>
          <p:cNvPr id="47" name="TextBox 46">
            <a:extLst>
              <a:ext uri="{FF2B5EF4-FFF2-40B4-BE49-F238E27FC236}">
                <a16:creationId xmlns:a16="http://schemas.microsoft.com/office/drawing/2014/main" id="{A3E66996-1FCA-A96C-DF3F-8703BF2595D7}"/>
              </a:ext>
            </a:extLst>
          </p:cNvPr>
          <p:cNvSpPr txBox="1"/>
          <p:nvPr/>
        </p:nvSpPr>
        <p:spPr>
          <a:xfrm>
            <a:off x="10191987" y="4463094"/>
            <a:ext cx="1874221"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Governance</a:t>
            </a:r>
          </a:p>
          <a:p>
            <a:pPr>
              <a:spcBef>
                <a:spcPts val="600"/>
              </a:spcBef>
            </a:pPr>
            <a:r>
              <a:rPr lang="en-GB" sz="1000" noProof="0">
                <a:latin typeface="TWK Everett Light" panose="020B0204000000000000" pitchFamily="34" charset="77"/>
              </a:rPr>
              <a:t>Establish trusted estate data through consistent governance and accountability</a:t>
            </a:r>
          </a:p>
        </p:txBody>
      </p:sp>
      <p:sp>
        <p:nvSpPr>
          <p:cNvPr id="52" name="Text 9">
            <a:extLst>
              <a:ext uri="{FF2B5EF4-FFF2-40B4-BE49-F238E27FC236}">
                <a16:creationId xmlns:a16="http://schemas.microsoft.com/office/drawing/2014/main" id="{22B85AA4-B210-0C0E-3A2E-B8F7D791ED19}"/>
              </a:ext>
            </a:extLst>
          </p:cNvPr>
          <p:cNvSpPr/>
          <p:nvPr/>
        </p:nvSpPr>
        <p:spPr>
          <a:xfrm>
            <a:off x="9642040" y="2025134"/>
            <a:ext cx="2401369" cy="235684"/>
          </a:xfrm>
          <a:prstGeom prst="rect">
            <a:avLst/>
          </a:prstGeom>
          <a:noFill/>
          <a:ln/>
        </p:spPr>
        <p:txBody>
          <a:bodyPr wrap="square" lIns="0" tIns="0" rIns="0" bIns="0" rtlCol="0" anchor="ctr"/>
          <a:lstStyle/>
          <a:p>
            <a:pPr marL="0" indent="0">
              <a:buNone/>
            </a:pPr>
            <a:r>
              <a:rPr lang="en-GB" sz="1000" noProof="0">
                <a:solidFill>
                  <a:srgbClr val="1A1A1A"/>
                </a:solidFill>
                <a:latin typeface="TWK Everett Medium" panose="020B0204000000000000" pitchFamily="34" charset="77"/>
                <a:ea typeface="Arial" pitchFamily="34" charset="-122"/>
                <a:cs typeface="Arial" pitchFamily="34" charset="-120"/>
              </a:rPr>
              <a:t>ENABLED OUTCOMES</a:t>
            </a:r>
            <a:endParaRPr lang="en-GB" sz="1000" noProof="0">
              <a:latin typeface="TWK Everett Medium" panose="020B0204000000000000" pitchFamily="34" charset="77"/>
            </a:endParaRPr>
          </a:p>
        </p:txBody>
      </p:sp>
      <p:cxnSp>
        <p:nvCxnSpPr>
          <p:cNvPr id="26" name="Straight Connector 25">
            <a:extLst>
              <a:ext uri="{FF2B5EF4-FFF2-40B4-BE49-F238E27FC236}">
                <a16:creationId xmlns:a16="http://schemas.microsoft.com/office/drawing/2014/main" id="{D398E887-D03F-4FD6-8336-B81D848ECCDC}"/>
              </a:ext>
            </a:extLst>
          </p:cNvPr>
          <p:cNvCxnSpPr>
            <a:cxnSpLocks/>
          </p:cNvCxnSpPr>
          <p:nvPr/>
        </p:nvCxnSpPr>
        <p:spPr>
          <a:xfrm>
            <a:off x="9642040" y="2289046"/>
            <a:ext cx="63182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A8E047E0-9721-DC69-3EC0-0BC966357A84}"/>
              </a:ext>
            </a:extLst>
          </p:cNvPr>
          <p:cNvCxnSpPr>
            <a:cxnSpLocks/>
          </p:cNvCxnSpPr>
          <p:nvPr/>
        </p:nvCxnSpPr>
        <p:spPr>
          <a:xfrm>
            <a:off x="9658009" y="3214667"/>
            <a:ext cx="2376000"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09" name="Straight Connector 208">
            <a:extLst>
              <a:ext uri="{FF2B5EF4-FFF2-40B4-BE49-F238E27FC236}">
                <a16:creationId xmlns:a16="http://schemas.microsoft.com/office/drawing/2014/main" id="{B474C039-A5C5-C44C-ABAF-20D8153BBC20}"/>
              </a:ext>
            </a:extLst>
          </p:cNvPr>
          <p:cNvCxnSpPr>
            <a:cxnSpLocks/>
          </p:cNvCxnSpPr>
          <p:nvPr/>
        </p:nvCxnSpPr>
        <p:spPr>
          <a:xfrm>
            <a:off x="9658009" y="4264588"/>
            <a:ext cx="2376000"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C2F070C6-EE20-BBE8-467B-C57C8A9D0DAE}"/>
              </a:ext>
            </a:extLst>
          </p:cNvPr>
          <p:cNvCxnSpPr>
            <a:cxnSpLocks/>
          </p:cNvCxnSpPr>
          <p:nvPr/>
        </p:nvCxnSpPr>
        <p:spPr>
          <a:xfrm>
            <a:off x="9658009" y="5365309"/>
            <a:ext cx="2376000"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pic>
        <p:nvPicPr>
          <p:cNvPr id="249" name="Picture 248">
            <a:extLst>
              <a:ext uri="{FF2B5EF4-FFF2-40B4-BE49-F238E27FC236}">
                <a16:creationId xmlns:a16="http://schemas.microsoft.com/office/drawing/2014/main" id="{00D01374-8E55-84D9-20AB-F7661171F2A4}"/>
              </a:ext>
            </a:extLst>
          </p:cNvPr>
          <p:cNvPicPr>
            <a:picLocks noChangeAspect="1"/>
          </p:cNvPicPr>
          <p:nvPr/>
        </p:nvPicPr>
        <p:blipFill>
          <a:blip r:embed="rId3"/>
          <a:srcRect l="6332" t="5255" r="68187" b="78270"/>
          <a:stretch>
            <a:fillRect/>
          </a:stretch>
        </p:blipFill>
        <p:spPr>
          <a:xfrm>
            <a:off x="9634715" y="2468194"/>
            <a:ext cx="452460" cy="475055"/>
          </a:xfrm>
          <a:prstGeom prst="rect">
            <a:avLst/>
          </a:prstGeom>
        </p:spPr>
      </p:pic>
      <p:pic>
        <p:nvPicPr>
          <p:cNvPr id="250" name="Picture 249">
            <a:extLst>
              <a:ext uri="{FF2B5EF4-FFF2-40B4-BE49-F238E27FC236}">
                <a16:creationId xmlns:a16="http://schemas.microsoft.com/office/drawing/2014/main" id="{D355B373-988E-9EB6-9EE4-E301F166E8EE}"/>
              </a:ext>
            </a:extLst>
          </p:cNvPr>
          <p:cNvPicPr>
            <a:picLocks noChangeAspect="1"/>
          </p:cNvPicPr>
          <p:nvPr/>
        </p:nvPicPr>
        <p:blipFill>
          <a:blip r:embed="rId3"/>
          <a:srcRect l="4512" t="29293" r="68199" b="51359"/>
          <a:stretch>
            <a:fillRect/>
          </a:stretch>
        </p:blipFill>
        <p:spPr>
          <a:xfrm>
            <a:off x="9618661" y="3429821"/>
            <a:ext cx="484568" cy="557894"/>
          </a:xfrm>
          <a:prstGeom prst="rect">
            <a:avLst/>
          </a:prstGeom>
        </p:spPr>
      </p:pic>
      <p:pic>
        <p:nvPicPr>
          <p:cNvPr id="251" name="Picture 250">
            <a:extLst>
              <a:ext uri="{FF2B5EF4-FFF2-40B4-BE49-F238E27FC236}">
                <a16:creationId xmlns:a16="http://schemas.microsoft.com/office/drawing/2014/main" id="{D5CECCEE-B9D3-B2D0-875C-833F87305867}"/>
              </a:ext>
            </a:extLst>
          </p:cNvPr>
          <p:cNvPicPr>
            <a:picLocks noChangeAspect="1"/>
          </p:cNvPicPr>
          <p:nvPr/>
        </p:nvPicPr>
        <p:blipFill>
          <a:blip r:embed="rId3"/>
          <a:srcRect l="5751" t="54781" r="66960" b="25871"/>
          <a:stretch>
            <a:fillRect/>
          </a:stretch>
        </p:blipFill>
        <p:spPr>
          <a:xfrm>
            <a:off x="9618661" y="4494305"/>
            <a:ext cx="484568" cy="557894"/>
          </a:xfrm>
          <a:prstGeom prst="rect">
            <a:avLst/>
          </a:prstGeom>
        </p:spPr>
      </p:pic>
      <p:pic>
        <p:nvPicPr>
          <p:cNvPr id="252" name="Picture 251">
            <a:extLst>
              <a:ext uri="{FF2B5EF4-FFF2-40B4-BE49-F238E27FC236}">
                <a16:creationId xmlns:a16="http://schemas.microsoft.com/office/drawing/2014/main" id="{569CC390-C0BF-5346-51E9-6C536F5FC06A}"/>
              </a:ext>
            </a:extLst>
          </p:cNvPr>
          <p:cNvPicPr>
            <a:picLocks noChangeAspect="1"/>
          </p:cNvPicPr>
          <p:nvPr/>
        </p:nvPicPr>
        <p:blipFill>
          <a:blip r:embed="rId3"/>
          <a:srcRect l="6488" t="76756" r="66223" b="3896"/>
          <a:stretch>
            <a:fillRect/>
          </a:stretch>
        </p:blipFill>
        <p:spPr>
          <a:xfrm>
            <a:off x="9618661" y="5556925"/>
            <a:ext cx="484568" cy="557894"/>
          </a:xfrm>
          <a:prstGeom prst="rect">
            <a:avLst/>
          </a:prstGeom>
        </p:spPr>
      </p:pic>
    </p:spTree>
    <p:extLst>
      <p:ext uri="{BB962C8B-B14F-4D97-AF65-F5344CB8AC3E}">
        <p14:creationId xmlns:p14="http://schemas.microsoft.com/office/powerpoint/2010/main" val="137750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6A61ED84-9C91-3E89-645C-61F57E0FB4B4}"/>
              </a:ext>
            </a:extLst>
          </p:cNvPr>
          <p:cNvGrpSpPr/>
          <p:nvPr/>
        </p:nvGrpSpPr>
        <p:grpSpPr>
          <a:xfrm>
            <a:off x="3318666" y="2464265"/>
            <a:ext cx="2916000" cy="2444387"/>
            <a:chOff x="230806" y="2468195"/>
            <a:chExt cx="2916000" cy="2444387"/>
          </a:xfrm>
        </p:grpSpPr>
        <p:sp>
          <p:nvSpPr>
            <p:cNvPr id="56" name="Freeform 55">
              <a:extLst>
                <a:ext uri="{FF2B5EF4-FFF2-40B4-BE49-F238E27FC236}">
                  <a16:creationId xmlns:a16="http://schemas.microsoft.com/office/drawing/2014/main" id="{654264BB-3958-178C-1F48-110365A0F2E6}"/>
                </a:ext>
              </a:extLst>
            </p:cNvPr>
            <p:cNvSpPr/>
            <p:nvPr/>
          </p:nvSpPr>
          <p:spPr>
            <a:xfrm>
              <a:off x="230806" y="2538352"/>
              <a:ext cx="2916000" cy="2374230"/>
            </a:xfrm>
            <a:custGeom>
              <a:avLst/>
              <a:gdLst>
                <a:gd name="csX0" fmla="*/ 0 w 2779085"/>
                <a:gd name="csY0" fmla="*/ 0 h 2222184"/>
                <a:gd name="csX1" fmla="*/ 2779085 w 2779085"/>
                <a:gd name="csY1" fmla="*/ 0 h 2222184"/>
                <a:gd name="csX2" fmla="*/ 2779085 w 2779085"/>
                <a:gd name="csY2" fmla="*/ 2152378 h 2222184"/>
                <a:gd name="csX3" fmla="*/ 2709279 w 2779085"/>
                <a:gd name="csY3" fmla="*/ 2222184 h 2222184"/>
                <a:gd name="csX4" fmla="*/ 69806 w 2779085"/>
                <a:gd name="csY4" fmla="*/ 2222184 h 2222184"/>
                <a:gd name="csX5" fmla="*/ 0 w 2779085"/>
                <a:gd name="csY5" fmla="*/ 2152378 h 2222184"/>
                <a:gd name="csX6" fmla="*/ 0 w 2779085"/>
                <a:gd name="csY6" fmla="*/ 0 h 22221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79085" h="2222184">
                  <a:moveTo>
                    <a:pt x="0" y="0"/>
                  </a:moveTo>
                  <a:lnTo>
                    <a:pt x="2779085" y="0"/>
                  </a:lnTo>
                  <a:lnTo>
                    <a:pt x="2779085" y="2152378"/>
                  </a:lnTo>
                  <a:cubicBezTo>
                    <a:pt x="2779085" y="2190931"/>
                    <a:pt x="2747832" y="2222184"/>
                    <a:pt x="2709279" y="2222184"/>
                  </a:cubicBezTo>
                  <a:lnTo>
                    <a:pt x="69806" y="2222184"/>
                  </a:lnTo>
                  <a:cubicBezTo>
                    <a:pt x="31253" y="2222184"/>
                    <a:pt x="0" y="2190931"/>
                    <a:pt x="0" y="2152378"/>
                  </a:cubicBezTo>
                  <a:lnTo>
                    <a:pt x="0" y="0"/>
                  </a:lnTo>
                  <a:close/>
                </a:path>
              </a:pathLst>
            </a:custGeom>
            <a:solidFill>
              <a:srgbClr val="FFFFFF"/>
            </a:solidFill>
            <a:ln>
              <a:solidFill>
                <a:schemeClr val="accent4">
                  <a:lumMod val="50000"/>
                  <a:alpha val="30000"/>
                </a:schemeClr>
              </a:solidFill>
            </a:ln>
          </p:spPr>
          <p:style>
            <a:lnRef idx="2">
              <a:schemeClr val="accent1"/>
            </a:lnRef>
            <a:fillRef idx="1">
              <a:schemeClr val="lt1"/>
            </a:fillRef>
            <a:effectRef idx="0">
              <a:schemeClr val="accent1"/>
            </a:effectRef>
            <a:fontRef idx="minor">
              <a:schemeClr val="dk1"/>
            </a:fontRef>
          </p:style>
          <p:txBody>
            <a:bodyPr wrap="square" lIns="108000" tIns="144000" rIns="108000">
              <a:noAutofit/>
            </a:bodyPr>
            <a:lstStyle/>
            <a:p>
              <a:pPr algn="ctr">
                <a:spcAft>
                  <a:spcPts val="800"/>
                </a:spcAft>
              </a:pPr>
              <a:r>
                <a:rPr lang="en-GB" noProof="0">
                  <a:solidFill>
                    <a:schemeClr val="dk1"/>
                  </a:solidFill>
                  <a:latin typeface="TWK Everett" panose="020B0204000000000000" pitchFamily="34" charset="77"/>
                </a:rPr>
                <a:t> </a:t>
              </a:r>
              <a:br>
                <a:rPr lang="en-GB" noProof="0">
                  <a:solidFill>
                    <a:schemeClr val="dk1"/>
                  </a:solidFill>
                  <a:latin typeface="TWK Everett" panose="020B0204000000000000" pitchFamily="34" charset="77"/>
                </a:rPr>
              </a:br>
              <a:r>
                <a:rPr lang="en-GB" noProof="0">
                  <a:solidFill>
                    <a:schemeClr val="dk1"/>
                  </a:solidFill>
                  <a:latin typeface="TWK Everett" panose="020B0204000000000000" pitchFamily="34" charset="77"/>
                </a:rPr>
                <a:t> </a:t>
              </a:r>
              <a:br>
                <a:rPr lang="en-GB" noProof="0">
                  <a:solidFill>
                    <a:schemeClr val="dk1"/>
                  </a:solidFill>
                  <a:latin typeface="TWK Everett" panose="020B0204000000000000" pitchFamily="34" charset="77"/>
                </a:rPr>
              </a:br>
              <a:endParaRPr lang="en-GB" sz="1600" noProof="0">
                <a:latin typeface="TWK Everett" panose="020B0204000000000000" pitchFamily="34" charset="77"/>
              </a:endParaRPr>
            </a:p>
            <a:p>
              <a:pPr algn="ctr">
                <a:spcAft>
                  <a:spcPts val="800"/>
                </a:spcAft>
              </a:pPr>
              <a:r>
                <a:rPr lang="en-GB" sz="1200" noProof="0">
                  <a:latin typeface="TWK Everett Medium" panose="020B0204000000000000" pitchFamily="34" charset="77"/>
                </a:rPr>
                <a:t>Application and infrastructure relationships are incomplete.</a:t>
              </a:r>
            </a:p>
            <a:p>
              <a:pPr algn="ctr">
                <a:spcAft>
                  <a:spcPts val="800"/>
                </a:spcAft>
              </a:pPr>
              <a:r>
                <a:rPr lang="en-GB" sz="1100" noProof="0">
                  <a:solidFill>
                    <a:schemeClr val="tx1"/>
                  </a:solidFill>
                  <a:latin typeface="TWK Everett Light" panose="020B0204000000000000" pitchFamily="34" charset="77"/>
                </a:rPr>
                <a:t>Service context, dependencies, and impact relationships cannot be consistently traced or relied upon across the estate.</a:t>
              </a:r>
            </a:p>
          </p:txBody>
        </p:sp>
        <p:sp>
          <p:nvSpPr>
            <p:cNvPr id="58" name="Freeform 57">
              <a:extLst>
                <a:ext uri="{FF2B5EF4-FFF2-40B4-BE49-F238E27FC236}">
                  <a16:creationId xmlns:a16="http://schemas.microsoft.com/office/drawing/2014/main" id="{89A2106E-60B3-B93B-7652-5719438CA2B3}"/>
                </a:ext>
              </a:extLst>
            </p:cNvPr>
            <p:cNvSpPr/>
            <p:nvPr/>
          </p:nvSpPr>
          <p:spPr>
            <a:xfrm>
              <a:off x="230806" y="2468195"/>
              <a:ext cx="2916000" cy="101600"/>
            </a:xfrm>
            <a:custGeom>
              <a:avLst/>
              <a:gdLst>
                <a:gd name="csX0" fmla="*/ 69806 w 2779085"/>
                <a:gd name="csY0" fmla="*/ 0 h 101600"/>
                <a:gd name="csX1" fmla="*/ 2709279 w 2779085"/>
                <a:gd name="csY1" fmla="*/ 0 h 101600"/>
                <a:gd name="csX2" fmla="*/ 2779085 w 2779085"/>
                <a:gd name="csY2" fmla="*/ 69806 h 101600"/>
                <a:gd name="csX3" fmla="*/ 2779085 w 2779085"/>
                <a:gd name="csY3" fmla="*/ 101600 h 101600"/>
                <a:gd name="csX4" fmla="*/ 0 w 2779085"/>
                <a:gd name="csY4" fmla="*/ 101600 h 101600"/>
                <a:gd name="csX5" fmla="*/ 0 w 2779085"/>
                <a:gd name="csY5" fmla="*/ 69806 h 101600"/>
                <a:gd name="csX6" fmla="*/ 69806 w 2779085"/>
                <a:gd name="csY6" fmla="*/ 0 h 1016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79085" h="101600">
                  <a:moveTo>
                    <a:pt x="69806" y="0"/>
                  </a:moveTo>
                  <a:lnTo>
                    <a:pt x="2709279" y="0"/>
                  </a:lnTo>
                  <a:cubicBezTo>
                    <a:pt x="2747832" y="0"/>
                    <a:pt x="2779085" y="31253"/>
                    <a:pt x="2779085" y="69806"/>
                  </a:cubicBezTo>
                  <a:lnTo>
                    <a:pt x="2779085" y="101600"/>
                  </a:lnTo>
                  <a:lnTo>
                    <a:pt x="0" y="101600"/>
                  </a:lnTo>
                  <a:lnTo>
                    <a:pt x="0" y="69806"/>
                  </a:lnTo>
                  <a:cubicBezTo>
                    <a:pt x="0" y="31253"/>
                    <a:pt x="31253" y="0"/>
                    <a:pt x="69806" y="0"/>
                  </a:cubicBezTo>
                  <a:close/>
                </a:path>
              </a:pathLst>
            </a:custGeom>
            <a:solidFill>
              <a:srgbClr val="29707A"/>
            </a:solidFill>
            <a:ln>
              <a:noFill/>
            </a:ln>
          </p:spPr>
          <p:style>
            <a:lnRef idx="2">
              <a:schemeClr val="accent1"/>
            </a:lnRef>
            <a:fillRef idx="1">
              <a:schemeClr val="lt1"/>
            </a:fillRef>
            <a:effectRef idx="0">
              <a:schemeClr val="accent1"/>
            </a:effectRef>
            <a:fontRef idx="minor">
              <a:schemeClr val="dk1"/>
            </a:fontRef>
          </p:style>
          <p:txBody>
            <a:bodyPr wrap="square" lIns="180000" tIns="144000" rIns="180000">
              <a:noAutofit/>
            </a:bodyPr>
            <a:lstStyle/>
            <a:p>
              <a:pPr algn="ctr">
                <a:spcAft>
                  <a:spcPts val="800"/>
                </a:spcAft>
              </a:pPr>
              <a:endParaRPr lang="en-GB" sz="1100" noProof="0">
                <a:solidFill>
                  <a:schemeClr val="tx1"/>
                </a:solidFill>
                <a:latin typeface="TWK Everett Light" panose="020B0204000000000000" pitchFamily="34" charset="77"/>
              </a:endParaRPr>
            </a:p>
          </p:txBody>
        </p:sp>
      </p:grpSp>
      <p:sp>
        <p:nvSpPr>
          <p:cNvPr id="2" name="Text Placeholder 1">
            <a:extLst>
              <a:ext uri="{FF2B5EF4-FFF2-40B4-BE49-F238E27FC236}">
                <a16:creationId xmlns:a16="http://schemas.microsoft.com/office/drawing/2014/main" id="{378A2648-9725-1EAC-5894-094CCCAFB444}"/>
              </a:ext>
            </a:extLst>
          </p:cNvPr>
          <p:cNvSpPr>
            <a:spLocks noGrp="1"/>
          </p:cNvSpPr>
          <p:nvPr>
            <p:ph type="body" sz="quarter" idx="10"/>
          </p:nvPr>
        </p:nvSpPr>
        <p:spPr/>
        <p:txBody>
          <a:bodyPr/>
          <a:lstStyle/>
          <a:p>
            <a:r>
              <a:rPr lang="en-GB" noProof="0"/>
              <a:t>EXECUTIVE SUMMARY</a:t>
            </a:r>
          </a:p>
        </p:txBody>
      </p:sp>
      <p:sp>
        <p:nvSpPr>
          <p:cNvPr id="3" name="Title 2">
            <a:extLst>
              <a:ext uri="{FF2B5EF4-FFF2-40B4-BE49-F238E27FC236}">
                <a16:creationId xmlns:a16="http://schemas.microsoft.com/office/drawing/2014/main" id="{67E06DC2-2C0E-84BE-FBE5-C39DC847B78D}"/>
              </a:ext>
            </a:extLst>
          </p:cNvPr>
          <p:cNvSpPr>
            <a:spLocks noGrp="1"/>
          </p:cNvSpPr>
          <p:nvPr>
            <p:ph type="title"/>
          </p:nvPr>
        </p:nvSpPr>
        <p:spPr>
          <a:xfrm>
            <a:off x="237035" y="672600"/>
            <a:ext cx="10989762" cy="819433"/>
          </a:xfrm>
        </p:spPr>
        <p:txBody>
          <a:bodyPr/>
          <a:lstStyle/>
          <a:p>
            <a:r>
              <a:rPr lang="en-GB" noProof="0"/>
              <a:t>Three structural constraints prevent estate data from supporting transformation decisions at enterprise scale</a:t>
            </a:r>
          </a:p>
        </p:txBody>
      </p:sp>
      <p:pic>
        <p:nvPicPr>
          <p:cNvPr id="104" name="Image 3" descr="preencoded.png">
            <a:extLst>
              <a:ext uri="{FF2B5EF4-FFF2-40B4-BE49-F238E27FC236}">
                <a16:creationId xmlns:a16="http://schemas.microsoft.com/office/drawing/2014/main" id="{F94DC764-F26A-50AF-AC6E-6504BAE23A70}"/>
              </a:ext>
            </a:extLst>
          </p:cNvPr>
          <p:cNvPicPr>
            <a:picLocks noChangeAspect="1"/>
          </p:cNvPicPr>
          <p:nvPr/>
        </p:nvPicPr>
        <p:blipFill>
          <a:blip r:embed="rId4"/>
          <a:stretch>
            <a:fillRect/>
          </a:stretch>
        </p:blipFill>
        <p:spPr>
          <a:xfrm>
            <a:off x="361974" y="6023067"/>
            <a:ext cx="150820" cy="150820"/>
          </a:xfrm>
          <a:prstGeom prst="rect">
            <a:avLst/>
          </a:prstGeom>
        </p:spPr>
      </p:pic>
      <p:sp>
        <p:nvSpPr>
          <p:cNvPr id="107" name="TextBox 106">
            <a:extLst>
              <a:ext uri="{FF2B5EF4-FFF2-40B4-BE49-F238E27FC236}">
                <a16:creationId xmlns:a16="http://schemas.microsoft.com/office/drawing/2014/main" id="{6202F852-B128-057E-F742-7CEE369E4878}"/>
              </a:ext>
            </a:extLst>
          </p:cNvPr>
          <p:cNvSpPr txBox="1"/>
          <p:nvPr/>
        </p:nvSpPr>
        <p:spPr>
          <a:xfrm>
            <a:off x="231776" y="1524000"/>
            <a:ext cx="10042065" cy="430887"/>
          </a:xfrm>
          <a:prstGeom prst="rect">
            <a:avLst/>
          </a:prstGeom>
          <a:noFill/>
        </p:spPr>
        <p:txBody>
          <a:bodyPr wrap="square" lIns="0" tIns="0" rIns="0" bIns="0" rtlCol="0">
            <a:spAutoFit/>
          </a:bodyPr>
          <a:lstStyle/>
          <a:p>
            <a:pPr>
              <a:spcBef>
                <a:spcPts val="1000"/>
              </a:spcBef>
              <a:buClr>
                <a:schemeClr val="tx2"/>
              </a:buClr>
            </a:pPr>
            <a:r>
              <a:rPr lang="en-GB" sz="1400" noProof="0">
                <a:solidFill>
                  <a:schemeClr val="accent1"/>
                </a:solidFill>
                <a:latin typeface="TWK Everett" panose="020B0204000000000000" pitchFamily="34" charset="77"/>
                <a:cs typeface="Arial" panose="020B0604020202020204" pitchFamily="34" charset="0"/>
              </a:rPr>
              <a:t>Transformation decisions are constrained by gaps in application visibility, dependency transparency and governance accountability.</a:t>
            </a:r>
          </a:p>
        </p:txBody>
      </p:sp>
      <p:sp>
        <p:nvSpPr>
          <p:cNvPr id="156" name="Text 9">
            <a:extLst>
              <a:ext uri="{FF2B5EF4-FFF2-40B4-BE49-F238E27FC236}">
                <a16:creationId xmlns:a16="http://schemas.microsoft.com/office/drawing/2014/main" id="{EA0C59F1-97D2-693A-9F25-C3A517E31A83}"/>
              </a:ext>
            </a:extLst>
          </p:cNvPr>
          <p:cNvSpPr/>
          <p:nvPr/>
        </p:nvSpPr>
        <p:spPr>
          <a:xfrm>
            <a:off x="9642040" y="2025134"/>
            <a:ext cx="2401369" cy="235684"/>
          </a:xfrm>
          <a:prstGeom prst="rect">
            <a:avLst/>
          </a:prstGeom>
          <a:noFill/>
          <a:ln/>
        </p:spPr>
        <p:txBody>
          <a:bodyPr wrap="square" lIns="0" tIns="0" rIns="0" bIns="0" rtlCol="0" anchor="ctr"/>
          <a:lstStyle/>
          <a:p>
            <a:pPr marL="0" indent="0">
              <a:buNone/>
            </a:pPr>
            <a:r>
              <a:rPr lang="en-GB" sz="1000" noProof="0">
                <a:solidFill>
                  <a:srgbClr val="1A1A1A"/>
                </a:solidFill>
                <a:latin typeface="TWK Everett Medium" panose="020B0204000000000000" pitchFamily="34" charset="77"/>
                <a:ea typeface="Arial" pitchFamily="34" charset="-122"/>
                <a:cs typeface="Arial" pitchFamily="34" charset="-120"/>
              </a:rPr>
              <a:t>WHY THIS MATTERS</a:t>
            </a:r>
            <a:endParaRPr lang="en-GB" sz="1000" noProof="0">
              <a:latin typeface="TWK Everett Medium" panose="020B0204000000000000" pitchFamily="34" charset="77"/>
            </a:endParaRPr>
          </a:p>
        </p:txBody>
      </p:sp>
      <p:cxnSp>
        <p:nvCxnSpPr>
          <p:cNvPr id="157" name="Straight Connector 156">
            <a:extLst>
              <a:ext uri="{FF2B5EF4-FFF2-40B4-BE49-F238E27FC236}">
                <a16:creationId xmlns:a16="http://schemas.microsoft.com/office/drawing/2014/main" id="{9B2C070C-2BC7-F10C-EFD4-C30564C6579A}"/>
              </a:ext>
            </a:extLst>
          </p:cNvPr>
          <p:cNvCxnSpPr>
            <a:cxnSpLocks/>
          </p:cNvCxnSpPr>
          <p:nvPr/>
        </p:nvCxnSpPr>
        <p:spPr>
          <a:xfrm>
            <a:off x="9642040" y="2289046"/>
            <a:ext cx="631824"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166" name="Group 165">
            <a:extLst>
              <a:ext uri="{FF2B5EF4-FFF2-40B4-BE49-F238E27FC236}">
                <a16:creationId xmlns:a16="http://schemas.microsoft.com/office/drawing/2014/main" id="{C53A0570-984A-2AE8-1037-59FDA567D736}"/>
              </a:ext>
            </a:extLst>
          </p:cNvPr>
          <p:cNvGrpSpPr/>
          <p:nvPr/>
        </p:nvGrpSpPr>
        <p:grpSpPr>
          <a:xfrm>
            <a:off x="9634715" y="2414052"/>
            <a:ext cx="2337113" cy="538609"/>
            <a:chOff x="9634715" y="2414052"/>
            <a:chExt cx="2337113" cy="538609"/>
          </a:xfrm>
        </p:grpSpPr>
        <p:sp>
          <p:nvSpPr>
            <p:cNvPr id="152" name="TextBox 151">
              <a:extLst>
                <a:ext uri="{FF2B5EF4-FFF2-40B4-BE49-F238E27FC236}">
                  <a16:creationId xmlns:a16="http://schemas.microsoft.com/office/drawing/2014/main" id="{53ACBFF0-E318-0349-A904-66F9A2197FC5}"/>
                </a:ext>
              </a:extLst>
            </p:cNvPr>
            <p:cNvSpPr txBox="1"/>
            <p:nvPr/>
          </p:nvSpPr>
          <p:spPr>
            <a:xfrm>
              <a:off x="10191991" y="2414052"/>
              <a:ext cx="1779837" cy="538609"/>
            </a:xfrm>
            <a:prstGeom prst="rect">
              <a:avLst/>
            </a:prstGeom>
            <a:noFill/>
          </p:spPr>
          <p:txBody>
            <a:bodyPr wrap="square" lIns="0" tIns="0" rIns="0" bIns="0" rtlCol="0">
              <a:spAutoFit/>
            </a:bodyPr>
            <a:lstStyle/>
            <a:p>
              <a:pPr>
                <a:spcAft>
                  <a:spcPts val="600"/>
                </a:spcAft>
              </a:pPr>
              <a:r>
                <a:rPr lang="en-GB" sz="1000" noProof="0">
                  <a:latin typeface="TWK Everett Medium" panose="020B0204000000000000" pitchFamily="34" charset="77"/>
                </a:rPr>
                <a:t>Simplification</a:t>
              </a:r>
            </a:p>
            <a:p>
              <a:pPr>
                <a:spcAft>
                  <a:spcPts val="600"/>
                </a:spcAft>
              </a:pPr>
              <a:r>
                <a:rPr lang="en-GB" sz="1000" noProof="0">
                  <a:latin typeface="TWK Everett Light" panose="020B0204000000000000" pitchFamily="34" charset="77"/>
                </a:rPr>
                <a:t>Duplication cannot be identified with confidence</a:t>
              </a:r>
            </a:p>
          </p:txBody>
        </p:sp>
        <p:pic>
          <p:nvPicPr>
            <p:cNvPr id="162" name="Picture 161">
              <a:extLst>
                <a:ext uri="{FF2B5EF4-FFF2-40B4-BE49-F238E27FC236}">
                  <a16:creationId xmlns:a16="http://schemas.microsoft.com/office/drawing/2014/main" id="{8F24868B-3960-D1AA-16DA-42DE47406C27}"/>
                </a:ext>
              </a:extLst>
            </p:cNvPr>
            <p:cNvPicPr>
              <a:picLocks noChangeAspect="1"/>
            </p:cNvPicPr>
            <p:nvPr/>
          </p:nvPicPr>
          <p:blipFill>
            <a:blip r:embed="rId5"/>
            <a:srcRect l="6332" t="5255" r="68187" b="78270"/>
            <a:stretch>
              <a:fillRect/>
            </a:stretch>
          </p:blipFill>
          <p:spPr>
            <a:xfrm>
              <a:off x="9634715" y="2468194"/>
              <a:ext cx="452460" cy="475055"/>
            </a:xfrm>
            <a:prstGeom prst="rect">
              <a:avLst/>
            </a:prstGeom>
          </p:spPr>
        </p:pic>
      </p:grpSp>
      <p:grpSp>
        <p:nvGrpSpPr>
          <p:cNvPr id="169" name="Group 168">
            <a:extLst>
              <a:ext uri="{FF2B5EF4-FFF2-40B4-BE49-F238E27FC236}">
                <a16:creationId xmlns:a16="http://schemas.microsoft.com/office/drawing/2014/main" id="{E2C04700-5361-1251-BC07-067AEB395647}"/>
              </a:ext>
            </a:extLst>
          </p:cNvPr>
          <p:cNvGrpSpPr/>
          <p:nvPr/>
        </p:nvGrpSpPr>
        <p:grpSpPr>
          <a:xfrm>
            <a:off x="9618661" y="3179823"/>
            <a:ext cx="2510847" cy="692497"/>
            <a:chOff x="9618661" y="3070273"/>
            <a:chExt cx="2510847" cy="692497"/>
          </a:xfrm>
        </p:grpSpPr>
        <p:sp>
          <p:nvSpPr>
            <p:cNvPr id="154" name="TextBox 153">
              <a:extLst>
                <a:ext uri="{FF2B5EF4-FFF2-40B4-BE49-F238E27FC236}">
                  <a16:creationId xmlns:a16="http://schemas.microsoft.com/office/drawing/2014/main" id="{5291D05B-322C-24BD-CF0A-EA292DAC5999}"/>
                </a:ext>
              </a:extLst>
            </p:cNvPr>
            <p:cNvSpPr txBox="1"/>
            <p:nvPr/>
          </p:nvSpPr>
          <p:spPr>
            <a:xfrm>
              <a:off x="10188349" y="3070273"/>
              <a:ext cx="1941159"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Transformation Confidence</a:t>
              </a:r>
              <a:endParaRPr lang="en-GB" sz="1000" noProof="0">
                <a:latin typeface="TWK Everett" panose="020B0204000000000000" pitchFamily="34" charset="77"/>
              </a:endParaRPr>
            </a:p>
            <a:p>
              <a:pPr>
                <a:spcBef>
                  <a:spcPts val="600"/>
                </a:spcBef>
              </a:pPr>
              <a:r>
                <a:rPr lang="en-GB" sz="1000" noProof="0">
                  <a:latin typeface="TWK Everett Light" panose="020B0204000000000000" pitchFamily="34" charset="77"/>
                </a:rPr>
                <a:t>Transformation planning is constrained by unknown dependencies</a:t>
              </a:r>
            </a:p>
          </p:txBody>
        </p:sp>
        <p:pic>
          <p:nvPicPr>
            <p:cNvPr id="163" name="Picture 162">
              <a:extLst>
                <a:ext uri="{FF2B5EF4-FFF2-40B4-BE49-F238E27FC236}">
                  <a16:creationId xmlns:a16="http://schemas.microsoft.com/office/drawing/2014/main" id="{CF4AC882-1922-EC10-ED90-80F26315CC14}"/>
                </a:ext>
              </a:extLst>
            </p:cNvPr>
            <p:cNvPicPr>
              <a:picLocks noChangeAspect="1"/>
            </p:cNvPicPr>
            <p:nvPr/>
          </p:nvPicPr>
          <p:blipFill>
            <a:blip r:embed="rId5"/>
            <a:srcRect l="4512" t="29293" r="68199" b="51359"/>
            <a:stretch>
              <a:fillRect/>
            </a:stretch>
          </p:blipFill>
          <p:spPr>
            <a:xfrm>
              <a:off x="9618661" y="3125021"/>
              <a:ext cx="484568" cy="557894"/>
            </a:xfrm>
            <a:prstGeom prst="rect">
              <a:avLst/>
            </a:prstGeom>
          </p:spPr>
        </p:pic>
      </p:grpSp>
      <p:grpSp>
        <p:nvGrpSpPr>
          <p:cNvPr id="170" name="Group 169">
            <a:extLst>
              <a:ext uri="{FF2B5EF4-FFF2-40B4-BE49-F238E27FC236}">
                <a16:creationId xmlns:a16="http://schemas.microsoft.com/office/drawing/2014/main" id="{8DD25951-CB99-F9CA-8000-2232C666DF59}"/>
              </a:ext>
            </a:extLst>
          </p:cNvPr>
          <p:cNvGrpSpPr/>
          <p:nvPr/>
        </p:nvGrpSpPr>
        <p:grpSpPr>
          <a:xfrm>
            <a:off x="9618661" y="4099482"/>
            <a:ext cx="2424743" cy="692497"/>
            <a:chOff x="9618661" y="4107494"/>
            <a:chExt cx="2424743" cy="692497"/>
          </a:xfrm>
        </p:grpSpPr>
        <p:sp>
          <p:nvSpPr>
            <p:cNvPr id="155" name="TextBox 154">
              <a:extLst>
                <a:ext uri="{FF2B5EF4-FFF2-40B4-BE49-F238E27FC236}">
                  <a16:creationId xmlns:a16="http://schemas.microsoft.com/office/drawing/2014/main" id="{445B26CF-9EA5-5A60-53C1-33C27F3319D1}"/>
                </a:ext>
              </a:extLst>
            </p:cNvPr>
            <p:cNvSpPr txBox="1"/>
            <p:nvPr/>
          </p:nvSpPr>
          <p:spPr>
            <a:xfrm>
              <a:off x="10191987" y="4107494"/>
              <a:ext cx="1851417"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Governance</a:t>
              </a:r>
            </a:p>
            <a:p>
              <a:pPr>
                <a:spcBef>
                  <a:spcPts val="600"/>
                </a:spcBef>
              </a:pPr>
              <a:r>
                <a:rPr lang="en-GB" sz="1000" noProof="0">
                  <a:latin typeface="TWK Everett Light" panose="020B0204000000000000" pitchFamily="34" charset="77"/>
                </a:rPr>
                <a:t>Data quality issues increase rework and reduce confidence in estate decisions</a:t>
              </a:r>
            </a:p>
          </p:txBody>
        </p:sp>
        <p:pic>
          <p:nvPicPr>
            <p:cNvPr id="164" name="Picture 163">
              <a:extLst>
                <a:ext uri="{FF2B5EF4-FFF2-40B4-BE49-F238E27FC236}">
                  <a16:creationId xmlns:a16="http://schemas.microsoft.com/office/drawing/2014/main" id="{F4152B82-CA91-147E-B2BC-BC9D101CFD44}"/>
                </a:ext>
              </a:extLst>
            </p:cNvPr>
            <p:cNvPicPr>
              <a:picLocks noChangeAspect="1"/>
            </p:cNvPicPr>
            <p:nvPr/>
          </p:nvPicPr>
          <p:blipFill>
            <a:blip r:embed="rId5"/>
            <a:srcRect l="5751" t="54781" r="66960" b="25871"/>
            <a:stretch>
              <a:fillRect/>
            </a:stretch>
          </p:blipFill>
          <p:spPr>
            <a:xfrm>
              <a:off x="9618661" y="4164105"/>
              <a:ext cx="484568" cy="557894"/>
            </a:xfrm>
            <a:prstGeom prst="rect">
              <a:avLst/>
            </a:prstGeom>
          </p:spPr>
        </p:pic>
      </p:grpSp>
      <p:grpSp>
        <p:nvGrpSpPr>
          <p:cNvPr id="168" name="Group 167">
            <a:extLst>
              <a:ext uri="{FF2B5EF4-FFF2-40B4-BE49-F238E27FC236}">
                <a16:creationId xmlns:a16="http://schemas.microsoft.com/office/drawing/2014/main" id="{2C1659F3-EC45-1281-FE12-2CD6DC686B70}"/>
              </a:ext>
            </a:extLst>
          </p:cNvPr>
          <p:cNvGrpSpPr/>
          <p:nvPr/>
        </p:nvGrpSpPr>
        <p:grpSpPr>
          <a:xfrm>
            <a:off x="9631216" y="5044542"/>
            <a:ext cx="2353172" cy="563703"/>
            <a:chOff x="9631216" y="5044542"/>
            <a:chExt cx="2353172" cy="563703"/>
          </a:xfrm>
        </p:grpSpPr>
        <p:sp>
          <p:nvSpPr>
            <p:cNvPr id="153" name="TextBox 152">
              <a:extLst>
                <a:ext uri="{FF2B5EF4-FFF2-40B4-BE49-F238E27FC236}">
                  <a16:creationId xmlns:a16="http://schemas.microsoft.com/office/drawing/2014/main" id="{C140CEC8-5D85-391C-C7F8-662162D564FD}"/>
                </a:ext>
              </a:extLst>
            </p:cNvPr>
            <p:cNvSpPr txBox="1"/>
            <p:nvPr/>
          </p:nvSpPr>
          <p:spPr>
            <a:xfrm>
              <a:off x="10204540" y="5044542"/>
              <a:ext cx="1779848" cy="538609"/>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AI &amp; Automation</a:t>
              </a:r>
            </a:p>
            <a:p>
              <a:pPr>
                <a:spcBef>
                  <a:spcPts val="600"/>
                </a:spcBef>
              </a:pPr>
              <a:r>
                <a:rPr lang="en-GB" sz="1000" noProof="0">
                  <a:latin typeface="TWK Everett Light" panose="020B0204000000000000" pitchFamily="34" charset="77"/>
                </a:rPr>
                <a:t>Trusted enterprise data foundations do not yet exist</a:t>
              </a:r>
            </a:p>
          </p:txBody>
        </p:sp>
        <p:pic>
          <p:nvPicPr>
            <p:cNvPr id="165" name="Picture 164">
              <a:extLst>
                <a:ext uri="{FF2B5EF4-FFF2-40B4-BE49-F238E27FC236}">
                  <a16:creationId xmlns:a16="http://schemas.microsoft.com/office/drawing/2014/main" id="{7073DE47-C278-1592-FC84-A0F54A84510D}"/>
                </a:ext>
              </a:extLst>
            </p:cNvPr>
            <p:cNvPicPr>
              <a:picLocks noChangeAspect="1"/>
            </p:cNvPicPr>
            <p:nvPr/>
          </p:nvPicPr>
          <p:blipFill>
            <a:blip r:embed="rId5"/>
            <a:srcRect l="6488" t="76756" r="66223" b="3896"/>
            <a:stretch>
              <a:fillRect/>
            </a:stretch>
          </p:blipFill>
          <p:spPr>
            <a:xfrm>
              <a:off x="9631216" y="5050351"/>
              <a:ext cx="484568" cy="557894"/>
            </a:xfrm>
            <a:prstGeom prst="rect">
              <a:avLst/>
            </a:prstGeom>
          </p:spPr>
        </p:pic>
      </p:grpSp>
      <p:sp>
        <p:nvSpPr>
          <p:cNvPr id="171" name="Text 9">
            <a:extLst>
              <a:ext uri="{FF2B5EF4-FFF2-40B4-BE49-F238E27FC236}">
                <a16:creationId xmlns:a16="http://schemas.microsoft.com/office/drawing/2014/main" id="{4DB0D99E-9FD7-1F64-79D0-9D3B91F285A3}"/>
              </a:ext>
            </a:extLst>
          </p:cNvPr>
          <p:cNvSpPr/>
          <p:nvPr/>
        </p:nvSpPr>
        <p:spPr>
          <a:xfrm>
            <a:off x="223387" y="2025134"/>
            <a:ext cx="5034407" cy="245224"/>
          </a:xfrm>
          <a:prstGeom prst="rect">
            <a:avLst/>
          </a:prstGeom>
          <a:noFill/>
          <a:ln/>
        </p:spPr>
        <p:txBody>
          <a:bodyPr wrap="square" lIns="0" tIns="0" rIns="0" bIns="0" rtlCol="0" anchor="ctr"/>
          <a:lstStyle/>
          <a:p>
            <a:pPr marL="0" indent="0">
              <a:buNone/>
            </a:pPr>
            <a:r>
              <a:rPr lang="en-GB" sz="1000" noProof="0">
                <a:solidFill>
                  <a:srgbClr val="1A1A1A"/>
                </a:solidFill>
                <a:latin typeface="TWK Everett Medium" panose="020B0204000000000000" pitchFamily="34" charset="77"/>
                <a:ea typeface="Arial" pitchFamily="34" charset="-122"/>
                <a:cs typeface="Arial" pitchFamily="34" charset="-120"/>
              </a:rPr>
              <a:t>THREE STRUCTURAL CONSTRAINTS</a:t>
            </a:r>
            <a:endParaRPr lang="en-GB" sz="1000" noProof="0">
              <a:latin typeface="TWK Everett Medium" panose="020B0204000000000000" pitchFamily="34" charset="77"/>
            </a:endParaRPr>
          </a:p>
        </p:txBody>
      </p:sp>
      <p:cxnSp>
        <p:nvCxnSpPr>
          <p:cNvPr id="172" name="Straight Connector 171">
            <a:extLst>
              <a:ext uri="{FF2B5EF4-FFF2-40B4-BE49-F238E27FC236}">
                <a16:creationId xmlns:a16="http://schemas.microsoft.com/office/drawing/2014/main" id="{B0D280BA-239F-7798-60C4-9C75CC2D3EF5}"/>
              </a:ext>
            </a:extLst>
          </p:cNvPr>
          <p:cNvCxnSpPr>
            <a:cxnSpLocks/>
          </p:cNvCxnSpPr>
          <p:nvPr/>
        </p:nvCxnSpPr>
        <p:spPr>
          <a:xfrm>
            <a:off x="223387" y="2289046"/>
            <a:ext cx="631824"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74" name="Freeform 173">
            <a:extLst>
              <a:ext uri="{FF2B5EF4-FFF2-40B4-BE49-F238E27FC236}">
                <a16:creationId xmlns:a16="http://schemas.microsoft.com/office/drawing/2014/main" id="{79275CA1-7F1A-C9C0-03F2-ED59C5576AD2}"/>
              </a:ext>
            </a:extLst>
          </p:cNvPr>
          <p:cNvSpPr/>
          <p:nvPr/>
        </p:nvSpPr>
        <p:spPr>
          <a:xfrm>
            <a:off x="230808" y="5851145"/>
            <a:ext cx="302035" cy="401108"/>
          </a:xfrm>
          <a:custGeom>
            <a:avLst/>
            <a:gdLst>
              <a:gd name="csX0" fmla="*/ 245383 w 834470"/>
              <a:gd name="csY0" fmla="*/ 0 h 1153371"/>
              <a:gd name="csX1" fmla="*/ 834470 w 834470"/>
              <a:gd name="csY1" fmla="*/ 0 h 1153371"/>
              <a:gd name="csX2" fmla="*/ 589087 w 834470"/>
              <a:gd name="csY2" fmla="*/ 1153371 h 1153371"/>
              <a:gd name="csX3" fmla="*/ 0 w 834470"/>
              <a:gd name="csY3" fmla="*/ 1153371 h 1153371"/>
            </a:gdLst>
            <a:ahLst/>
            <a:cxnLst>
              <a:cxn ang="0">
                <a:pos x="csX0" y="csY0"/>
              </a:cxn>
              <a:cxn ang="0">
                <a:pos x="csX1" y="csY1"/>
              </a:cxn>
              <a:cxn ang="0">
                <a:pos x="csX2" y="csY2"/>
              </a:cxn>
              <a:cxn ang="0">
                <a:pos x="csX3" y="csY3"/>
              </a:cxn>
            </a:cxnLst>
            <a:rect l="l" t="t" r="r" b="b"/>
            <a:pathLst>
              <a:path w="834470" h="1153371">
                <a:moveTo>
                  <a:pt x="245383" y="0"/>
                </a:moveTo>
                <a:lnTo>
                  <a:pt x="834470" y="0"/>
                </a:lnTo>
                <a:lnTo>
                  <a:pt x="589087" y="1153371"/>
                </a:lnTo>
                <a:lnTo>
                  <a:pt x="0" y="1153371"/>
                </a:lnTo>
                <a:close/>
              </a:path>
            </a:pathLst>
          </a:custGeom>
          <a:solidFill>
            <a:srgbClr val="00004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75" name="Freeform 174">
            <a:extLst>
              <a:ext uri="{FF2B5EF4-FFF2-40B4-BE49-F238E27FC236}">
                <a16:creationId xmlns:a16="http://schemas.microsoft.com/office/drawing/2014/main" id="{A23ED4D9-4021-275C-CE10-C6947519A70E}"/>
              </a:ext>
            </a:extLst>
          </p:cNvPr>
          <p:cNvSpPr/>
          <p:nvPr/>
        </p:nvSpPr>
        <p:spPr>
          <a:xfrm>
            <a:off x="536627" y="5851145"/>
            <a:ext cx="302035" cy="401108"/>
          </a:xfrm>
          <a:custGeom>
            <a:avLst/>
            <a:gdLst>
              <a:gd name="csX0" fmla="*/ 245383 w 834470"/>
              <a:gd name="csY0" fmla="*/ 0 h 1153371"/>
              <a:gd name="csX1" fmla="*/ 834470 w 834470"/>
              <a:gd name="csY1" fmla="*/ 0 h 1153371"/>
              <a:gd name="csX2" fmla="*/ 589087 w 834470"/>
              <a:gd name="csY2" fmla="*/ 1153371 h 1153371"/>
              <a:gd name="csX3" fmla="*/ 0 w 834470"/>
              <a:gd name="csY3" fmla="*/ 1153371 h 1153371"/>
            </a:gdLst>
            <a:ahLst/>
            <a:cxnLst>
              <a:cxn ang="0">
                <a:pos x="csX0" y="csY0"/>
              </a:cxn>
              <a:cxn ang="0">
                <a:pos x="csX1" y="csY1"/>
              </a:cxn>
              <a:cxn ang="0">
                <a:pos x="csX2" y="csY2"/>
              </a:cxn>
              <a:cxn ang="0">
                <a:pos x="csX3" y="csY3"/>
              </a:cxn>
            </a:cxnLst>
            <a:rect l="l" t="t" r="r" b="b"/>
            <a:pathLst>
              <a:path w="834470" h="1153371">
                <a:moveTo>
                  <a:pt x="245383" y="0"/>
                </a:moveTo>
                <a:lnTo>
                  <a:pt x="834470" y="0"/>
                </a:lnTo>
                <a:lnTo>
                  <a:pt x="589087" y="1153371"/>
                </a:lnTo>
                <a:lnTo>
                  <a:pt x="0" y="1153371"/>
                </a:lnTo>
                <a:close/>
              </a:path>
            </a:pathLst>
          </a:custGeom>
          <a:solidFill>
            <a:srgbClr val="F5F2F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76" name="Text Placeholder 5">
            <a:extLst>
              <a:ext uri="{FF2B5EF4-FFF2-40B4-BE49-F238E27FC236}">
                <a16:creationId xmlns:a16="http://schemas.microsoft.com/office/drawing/2014/main" id="{8B45FE99-2DE4-0C5B-CC5E-C172F15A7722}"/>
              </a:ext>
            </a:extLst>
          </p:cNvPr>
          <p:cNvSpPr txBox="1">
            <a:spLocks/>
          </p:cNvSpPr>
          <p:nvPr/>
        </p:nvSpPr>
        <p:spPr>
          <a:xfrm>
            <a:off x="643961" y="5851145"/>
            <a:ext cx="11548039" cy="401108"/>
          </a:xfrm>
          <a:prstGeom prst="rect">
            <a:avLst/>
          </a:prstGeom>
          <a:solidFill>
            <a:srgbClr val="F5F2FA"/>
          </a:solidFill>
        </p:spPr>
        <p:txBody>
          <a:bodyPr lIns="108000" tIns="108000" rIns="108000" bIns="108000"/>
          <a:lstStyle>
            <a:lvl1pPr marL="285750" indent="-285750" algn="l" defTabSz="914400" rtl="0" eaLnBrk="1" latinLnBrk="0" hangingPunct="1">
              <a:lnSpc>
                <a:spcPct val="100000"/>
              </a:lnSpc>
              <a:spcBef>
                <a:spcPts val="1000"/>
              </a:spcBef>
              <a:buClr>
                <a:schemeClr val="tx2"/>
              </a:buClr>
              <a:buFont typeface="System Font Regular"/>
              <a:buChar char="–"/>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1pPr>
            <a:lvl2pPr marL="514350" indent="-225425" algn="l" defTabSz="914400" rtl="0" eaLnBrk="1" latinLnBrk="0" hangingPunct="1">
              <a:lnSpc>
                <a:spcPct val="100000"/>
              </a:lnSpc>
              <a:spcBef>
                <a:spcPts val="500"/>
              </a:spcBef>
              <a:buClr>
                <a:schemeClr val="tx2"/>
              </a:buClr>
              <a:buFont typeface="Arial" panose="020B0604020202020204" pitchFamily="34" charset="0"/>
              <a:buChar char="•"/>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2pPr>
            <a:lvl3pPr marL="457200" indent="0" algn="l" defTabSz="914400" rtl="0" eaLnBrk="1" latinLnBrk="0" hangingPunct="1">
              <a:lnSpc>
                <a:spcPct val="100000"/>
              </a:lnSpc>
              <a:spcBef>
                <a:spcPts val="500"/>
              </a:spcBef>
              <a:buClr>
                <a:srgbClr val="3D3C3C"/>
              </a:buClr>
              <a:buSzPct val="90000"/>
              <a:buFont typeface="Courier New" panose="02070309020205020404" pitchFamily="49" charset="0"/>
              <a:buNone/>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3pPr>
            <a:lvl4pPr marL="1030288" indent="-288925" algn="l" defTabSz="914400" rtl="0" eaLnBrk="1" latinLnBrk="0" hangingPunct="1">
              <a:lnSpc>
                <a:spcPct val="100000"/>
              </a:lnSpc>
              <a:spcBef>
                <a:spcPts val="500"/>
              </a:spcBef>
              <a:buClr>
                <a:schemeClr val="tx2"/>
              </a:buClr>
              <a:buFont typeface="System Font Regular"/>
              <a:buChar char="–"/>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4pPr>
            <a:lvl5pPr marL="1257300" indent="-214313" algn="l" defTabSz="914400" rtl="0" eaLnBrk="1" latinLnBrk="0" hangingPunct="1">
              <a:lnSpc>
                <a:spcPct val="100000"/>
              </a:lnSpc>
              <a:spcBef>
                <a:spcPts val="500"/>
              </a:spcBef>
              <a:buClr>
                <a:schemeClr val="tx2"/>
              </a:buClr>
              <a:buFont typeface="Arial" panose="020B0604020202020204" pitchFamily="34" charset="0"/>
              <a:buChar char="•"/>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200" b="1" noProof="0">
                <a:solidFill>
                  <a:srgbClr val="000050"/>
                </a:solidFill>
                <a:latin typeface="TWK Everett" panose="020B0204000000000000" pitchFamily="34" charset="77"/>
              </a:rPr>
              <a:t>So What? </a:t>
            </a:r>
            <a:r>
              <a:rPr lang="en-GB" sz="1200" noProof="0">
                <a:solidFill>
                  <a:schemeClr val="tx1"/>
                </a:solidFill>
                <a:latin typeface="TWK Everett Light" panose="020B0204000000000000" pitchFamily="34" charset="77"/>
              </a:rPr>
              <a:t>WPP cannot currently make transformation decisions with sufficient confidence across the enterprise estate.</a:t>
            </a:r>
            <a:endParaRPr lang="en-GB" sz="1200" b="1" noProof="0">
              <a:solidFill>
                <a:schemeClr val="bg1"/>
              </a:solidFill>
              <a:latin typeface="TWK Everett" panose="020B0204000000000000" pitchFamily="34" charset="77"/>
            </a:endParaRPr>
          </a:p>
        </p:txBody>
      </p:sp>
      <p:sp>
        <p:nvSpPr>
          <p:cNvPr id="50" name="Freeform 49">
            <a:extLst>
              <a:ext uri="{FF2B5EF4-FFF2-40B4-BE49-F238E27FC236}">
                <a16:creationId xmlns:a16="http://schemas.microsoft.com/office/drawing/2014/main" id="{283BF9CF-36D1-D20A-303C-874392C98278}"/>
              </a:ext>
            </a:extLst>
          </p:cNvPr>
          <p:cNvSpPr/>
          <p:nvPr/>
        </p:nvSpPr>
        <p:spPr>
          <a:xfrm>
            <a:off x="230807" y="2538352"/>
            <a:ext cx="2916066" cy="2354651"/>
          </a:xfrm>
          <a:custGeom>
            <a:avLst/>
            <a:gdLst>
              <a:gd name="csX0" fmla="*/ 0 w 2779085"/>
              <a:gd name="csY0" fmla="*/ 0 h 2222184"/>
              <a:gd name="csX1" fmla="*/ 2779085 w 2779085"/>
              <a:gd name="csY1" fmla="*/ 0 h 2222184"/>
              <a:gd name="csX2" fmla="*/ 2779085 w 2779085"/>
              <a:gd name="csY2" fmla="*/ 2152378 h 2222184"/>
              <a:gd name="csX3" fmla="*/ 2709279 w 2779085"/>
              <a:gd name="csY3" fmla="*/ 2222184 h 2222184"/>
              <a:gd name="csX4" fmla="*/ 69806 w 2779085"/>
              <a:gd name="csY4" fmla="*/ 2222184 h 2222184"/>
              <a:gd name="csX5" fmla="*/ 0 w 2779085"/>
              <a:gd name="csY5" fmla="*/ 2152378 h 2222184"/>
              <a:gd name="csX6" fmla="*/ 0 w 2779085"/>
              <a:gd name="csY6" fmla="*/ 0 h 22221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79085" h="2222184">
                <a:moveTo>
                  <a:pt x="0" y="0"/>
                </a:moveTo>
                <a:lnTo>
                  <a:pt x="2779085" y="0"/>
                </a:lnTo>
                <a:lnTo>
                  <a:pt x="2779085" y="2152378"/>
                </a:lnTo>
                <a:cubicBezTo>
                  <a:pt x="2779085" y="2190931"/>
                  <a:pt x="2747832" y="2222184"/>
                  <a:pt x="2709279" y="2222184"/>
                </a:cubicBezTo>
                <a:lnTo>
                  <a:pt x="69806" y="2222184"/>
                </a:lnTo>
                <a:cubicBezTo>
                  <a:pt x="31253" y="2222184"/>
                  <a:pt x="0" y="2190931"/>
                  <a:pt x="0" y="2152378"/>
                </a:cubicBezTo>
                <a:lnTo>
                  <a:pt x="0" y="0"/>
                </a:lnTo>
                <a:close/>
              </a:path>
            </a:pathLst>
          </a:custGeom>
          <a:solidFill>
            <a:srgbClr val="FFFFFF"/>
          </a:solidFill>
          <a:ln>
            <a:solidFill>
              <a:schemeClr val="accent1">
                <a:lumMod val="50000"/>
                <a:alpha val="30000"/>
              </a:schemeClr>
            </a:solidFill>
          </a:ln>
        </p:spPr>
        <p:style>
          <a:lnRef idx="2">
            <a:schemeClr val="accent1"/>
          </a:lnRef>
          <a:fillRef idx="1">
            <a:schemeClr val="lt1"/>
          </a:fillRef>
          <a:effectRef idx="0">
            <a:schemeClr val="accent1"/>
          </a:effectRef>
          <a:fontRef idx="minor">
            <a:schemeClr val="dk1"/>
          </a:fontRef>
        </p:style>
        <p:txBody>
          <a:bodyPr wrap="square" lIns="108000" tIns="144000" rIns="108000">
            <a:noAutofit/>
          </a:bodyPr>
          <a:lstStyle/>
          <a:p>
            <a:pPr algn="ctr">
              <a:spcAft>
                <a:spcPts val="800"/>
              </a:spcAft>
            </a:pPr>
            <a:r>
              <a:rPr lang="en-GB" noProof="0">
                <a:solidFill>
                  <a:schemeClr val="dk1"/>
                </a:solidFill>
                <a:latin typeface="TWK Everett" panose="020B0204000000000000" pitchFamily="34" charset="77"/>
              </a:rPr>
              <a:t>  </a:t>
            </a:r>
            <a:br>
              <a:rPr lang="en-GB" noProof="0">
                <a:solidFill>
                  <a:schemeClr val="dk1"/>
                </a:solidFill>
                <a:latin typeface="TWK Everett" panose="020B0204000000000000" pitchFamily="34" charset="77"/>
              </a:rPr>
            </a:br>
            <a:r>
              <a:rPr lang="en-GB" noProof="0">
                <a:solidFill>
                  <a:schemeClr val="dk1"/>
                </a:solidFill>
                <a:latin typeface="TWK Everett" panose="020B0204000000000000" pitchFamily="34" charset="77"/>
              </a:rPr>
              <a:t> </a:t>
            </a:r>
            <a:br>
              <a:rPr lang="en-GB" noProof="0">
                <a:solidFill>
                  <a:schemeClr val="dk1"/>
                </a:solidFill>
                <a:latin typeface="TWK Everett" panose="020B0204000000000000" pitchFamily="34" charset="77"/>
              </a:rPr>
            </a:br>
            <a:endParaRPr lang="en-GB" sz="1600" noProof="0">
              <a:latin typeface="TWK Everett" panose="020B0204000000000000" pitchFamily="34" charset="77"/>
            </a:endParaRPr>
          </a:p>
          <a:p>
            <a:pPr algn="ctr">
              <a:spcAft>
                <a:spcPts val="800"/>
              </a:spcAft>
            </a:pPr>
            <a:r>
              <a:rPr lang="en-GB" sz="1200" noProof="0">
                <a:latin typeface="TWK Everett Medium" panose="020B0204000000000000" pitchFamily="34" charset="77"/>
              </a:rPr>
              <a:t>No trusted enterprise application portfolio exists.</a:t>
            </a:r>
          </a:p>
          <a:p>
            <a:pPr algn="ctr">
              <a:spcAft>
                <a:spcPts val="800"/>
              </a:spcAft>
            </a:pPr>
            <a:r>
              <a:rPr lang="en-GB" sz="1100" noProof="0">
                <a:solidFill>
                  <a:schemeClr val="tx1"/>
                </a:solidFill>
                <a:latin typeface="TWK Everett Light" panose="020B0204000000000000" pitchFamily="34" charset="77"/>
              </a:rPr>
              <a:t>Application information is fragmented, preventing a single trusted view of the enterprise portfolio.</a:t>
            </a:r>
          </a:p>
        </p:txBody>
      </p:sp>
      <p:cxnSp>
        <p:nvCxnSpPr>
          <p:cNvPr id="27" name="Straight Connector 26">
            <a:extLst>
              <a:ext uri="{FF2B5EF4-FFF2-40B4-BE49-F238E27FC236}">
                <a16:creationId xmlns:a16="http://schemas.microsoft.com/office/drawing/2014/main" id="{042438D4-A696-D048-344C-0DA0FF13115E}"/>
              </a:ext>
            </a:extLst>
          </p:cNvPr>
          <p:cNvCxnSpPr>
            <a:cxnSpLocks/>
          </p:cNvCxnSpPr>
          <p:nvPr/>
        </p:nvCxnSpPr>
        <p:spPr>
          <a:xfrm>
            <a:off x="780168" y="3395725"/>
            <a:ext cx="1817344"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2" name="Freeform 51">
            <a:extLst>
              <a:ext uri="{FF2B5EF4-FFF2-40B4-BE49-F238E27FC236}">
                <a16:creationId xmlns:a16="http://schemas.microsoft.com/office/drawing/2014/main" id="{AB3E7980-9372-93D2-B2E9-1D973B200A55}"/>
              </a:ext>
            </a:extLst>
          </p:cNvPr>
          <p:cNvSpPr/>
          <p:nvPr/>
        </p:nvSpPr>
        <p:spPr>
          <a:xfrm>
            <a:off x="230807" y="2468195"/>
            <a:ext cx="2916066" cy="101600"/>
          </a:xfrm>
          <a:custGeom>
            <a:avLst/>
            <a:gdLst>
              <a:gd name="csX0" fmla="*/ 69806 w 2779085"/>
              <a:gd name="csY0" fmla="*/ 0 h 101600"/>
              <a:gd name="csX1" fmla="*/ 2709279 w 2779085"/>
              <a:gd name="csY1" fmla="*/ 0 h 101600"/>
              <a:gd name="csX2" fmla="*/ 2779085 w 2779085"/>
              <a:gd name="csY2" fmla="*/ 69806 h 101600"/>
              <a:gd name="csX3" fmla="*/ 2779085 w 2779085"/>
              <a:gd name="csY3" fmla="*/ 101600 h 101600"/>
              <a:gd name="csX4" fmla="*/ 0 w 2779085"/>
              <a:gd name="csY4" fmla="*/ 101600 h 101600"/>
              <a:gd name="csX5" fmla="*/ 0 w 2779085"/>
              <a:gd name="csY5" fmla="*/ 69806 h 101600"/>
              <a:gd name="csX6" fmla="*/ 69806 w 2779085"/>
              <a:gd name="csY6" fmla="*/ 0 h 1016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79085" h="101600">
                <a:moveTo>
                  <a:pt x="69806" y="0"/>
                </a:moveTo>
                <a:lnTo>
                  <a:pt x="2709279" y="0"/>
                </a:lnTo>
                <a:cubicBezTo>
                  <a:pt x="2747832" y="0"/>
                  <a:pt x="2779085" y="31253"/>
                  <a:pt x="2779085" y="69806"/>
                </a:cubicBezTo>
                <a:lnTo>
                  <a:pt x="2779085" y="101600"/>
                </a:lnTo>
                <a:lnTo>
                  <a:pt x="0" y="101600"/>
                </a:lnTo>
                <a:lnTo>
                  <a:pt x="0" y="69806"/>
                </a:lnTo>
                <a:cubicBezTo>
                  <a:pt x="0" y="31253"/>
                  <a:pt x="31253" y="0"/>
                  <a:pt x="69806" y="0"/>
                </a:cubicBezTo>
                <a:close/>
              </a:path>
            </a:pathLst>
          </a:custGeom>
          <a:solidFill>
            <a:schemeClr val="accent1"/>
          </a:solidFill>
          <a:ln>
            <a:noFill/>
          </a:ln>
        </p:spPr>
        <p:style>
          <a:lnRef idx="2">
            <a:schemeClr val="accent1"/>
          </a:lnRef>
          <a:fillRef idx="1">
            <a:schemeClr val="lt1"/>
          </a:fillRef>
          <a:effectRef idx="0">
            <a:schemeClr val="accent1"/>
          </a:effectRef>
          <a:fontRef idx="minor">
            <a:schemeClr val="dk1"/>
          </a:fontRef>
        </p:style>
        <p:txBody>
          <a:bodyPr wrap="square" lIns="180000" tIns="144000" rIns="180000">
            <a:noAutofit/>
          </a:bodyPr>
          <a:lstStyle/>
          <a:p>
            <a:pPr algn="ctr">
              <a:spcAft>
                <a:spcPts val="800"/>
              </a:spcAft>
            </a:pPr>
            <a:endParaRPr lang="en-GB" sz="1100" noProof="0">
              <a:solidFill>
                <a:schemeClr val="tx1"/>
              </a:solidFill>
              <a:latin typeface="TWK Everett Light" panose="020B0204000000000000" pitchFamily="34" charset="77"/>
            </a:endParaRPr>
          </a:p>
        </p:txBody>
      </p:sp>
      <p:grpSp>
        <p:nvGrpSpPr>
          <p:cNvPr id="59" name="Group 58">
            <a:extLst>
              <a:ext uri="{FF2B5EF4-FFF2-40B4-BE49-F238E27FC236}">
                <a16:creationId xmlns:a16="http://schemas.microsoft.com/office/drawing/2014/main" id="{B191C7DD-7F48-3145-FD27-E895469C41FF}"/>
              </a:ext>
            </a:extLst>
          </p:cNvPr>
          <p:cNvGrpSpPr/>
          <p:nvPr/>
        </p:nvGrpSpPr>
        <p:grpSpPr>
          <a:xfrm>
            <a:off x="6406459" y="2464265"/>
            <a:ext cx="2916000" cy="2444387"/>
            <a:chOff x="230806" y="2468195"/>
            <a:chExt cx="2916000" cy="2444387"/>
          </a:xfrm>
        </p:grpSpPr>
        <p:sp>
          <p:nvSpPr>
            <p:cNvPr id="60" name="Freeform 59">
              <a:extLst>
                <a:ext uri="{FF2B5EF4-FFF2-40B4-BE49-F238E27FC236}">
                  <a16:creationId xmlns:a16="http://schemas.microsoft.com/office/drawing/2014/main" id="{02E8290C-65C6-166E-7342-024EAEC10971}"/>
                </a:ext>
              </a:extLst>
            </p:cNvPr>
            <p:cNvSpPr/>
            <p:nvPr/>
          </p:nvSpPr>
          <p:spPr>
            <a:xfrm>
              <a:off x="230806" y="2538352"/>
              <a:ext cx="2916000" cy="2374230"/>
            </a:xfrm>
            <a:custGeom>
              <a:avLst/>
              <a:gdLst>
                <a:gd name="csX0" fmla="*/ 0 w 2779085"/>
                <a:gd name="csY0" fmla="*/ 0 h 2222184"/>
                <a:gd name="csX1" fmla="*/ 2779085 w 2779085"/>
                <a:gd name="csY1" fmla="*/ 0 h 2222184"/>
                <a:gd name="csX2" fmla="*/ 2779085 w 2779085"/>
                <a:gd name="csY2" fmla="*/ 2152378 h 2222184"/>
                <a:gd name="csX3" fmla="*/ 2709279 w 2779085"/>
                <a:gd name="csY3" fmla="*/ 2222184 h 2222184"/>
                <a:gd name="csX4" fmla="*/ 69806 w 2779085"/>
                <a:gd name="csY4" fmla="*/ 2222184 h 2222184"/>
                <a:gd name="csX5" fmla="*/ 0 w 2779085"/>
                <a:gd name="csY5" fmla="*/ 2152378 h 2222184"/>
                <a:gd name="csX6" fmla="*/ 0 w 2779085"/>
                <a:gd name="csY6" fmla="*/ 0 h 22221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79085" h="2222184">
                  <a:moveTo>
                    <a:pt x="0" y="0"/>
                  </a:moveTo>
                  <a:lnTo>
                    <a:pt x="2779085" y="0"/>
                  </a:lnTo>
                  <a:lnTo>
                    <a:pt x="2779085" y="2152378"/>
                  </a:lnTo>
                  <a:cubicBezTo>
                    <a:pt x="2779085" y="2190931"/>
                    <a:pt x="2747832" y="2222184"/>
                    <a:pt x="2709279" y="2222184"/>
                  </a:cubicBezTo>
                  <a:lnTo>
                    <a:pt x="69806" y="2222184"/>
                  </a:lnTo>
                  <a:cubicBezTo>
                    <a:pt x="31253" y="2222184"/>
                    <a:pt x="0" y="2190931"/>
                    <a:pt x="0" y="2152378"/>
                  </a:cubicBezTo>
                  <a:lnTo>
                    <a:pt x="0" y="0"/>
                  </a:lnTo>
                  <a:close/>
                </a:path>
              </a:pathLst>
            </a:custGeom>
            <a:solidFill>
              <a:srgbClr val="FFFFFF"/>
            </a:solidFill>
            <a:ln>
              <a:solidFill>
                <a:schemeClr val="accent6">
                  <a:lumMod val="50000"/>
                  <a:alpha val="30000"/>
                </a:schemeClr>
              </a:solidFill>
            </a:ln>
          </p:spPr>
          <p:style>
            <a:lnRef idx="2">
              <a:schemeClr val="accent1"/>
            </a:lnRef>
            <a:fillRef idx="1">
              <a:schemeClr val="lt1"/>
            </a:fillRef>
            <a:effectRef idx="0">
              <a:schemeClr val="accent1"/>
            </a:effectRef>
            <a:fontRef idx="minor">
              <a:schemeClr val="dk1"/>
            </a:fontRef>
          </p:style>
          <p:txBody>
            <a:bodyPr wrap="square" lIns="108000" tIns="144000" rIns="108000">
              <a:noAutofit/>
            </a:bodyPr>
            <a:lstStyle/>
            <a:p>
              <a:pPr algn="ctr">
                <a:spcAft>
                  <a:spcPts val="800"/>
                </a:spcAft>
              </a:pPr>
              <a:r>
                <a:rPr lang="en-GB" noProof="0">
                  <a:solidFill>
                    <a:schemeClr val="dk1"/>
                  </a:solidFill>
                  <a:latin typeface="TWK Everett" panose="020B0204000000000000" pitchFamily="34" charset="77"/>
                </a:rPr>
                <a:t> </a:t>
              </a:r>
              <a:br>
                <a:rPr lang="en-GB" noProof="0">
                  <a:solidFill>
                    <a:schemeClr val="dk1"/>
                  </a:solidFill>
                  <a:latin typeface="TWK Everett" panose="020B0204000000000000" pitchFamily="34" charset="77"/>
                </a:rPr>
              </a:br>
              <a:r>
                <a:rPr lang="en-GB" noProof="0">
                  <a:solidFill>
                    <a:schemeClr val="dk1"/>
                  </a:solidFill>
                  <a:latin typeface="TWK Everett" panose="020B0204000000000000" pitchFamily="34" charset="77"/>
                </a:rPr>
                <a:t> </a:t>
              </a:r>
              <a:br>
                <a:rPr lang="en-GB" noProof="0">
                  <a:solidFill>
                    <a:schemeClr val="dk1"/>
                  </a:solidFill>
                  <a:latin typeface="TWK Everett" panose="020B0204000000000000" pitchFamily="34" charset="77"/>
                </a:rPr>
              </a:br>
              <a:endParaRPr lang="en-GB" sz="1600" noProof="0">
                <a:latin typeface="TWK Everett" panose="020B0204000000000000" pitchFamily="34" charset="77"/>
              </a:endParaRPr>
            </a:p>
            <a:p>
              <a:pPr algn="ctr">
                <a:spcAft>
                  <a:spcPts val="800"/>
                </a:spcAft>
              </a:pPr>
              <a:r>
                <a:rPr lang="en-GB" sz="1200" noProof="0">
                  <a:latin typeface="TWK Everett Medium" panose="020B0204000000000000" pitchFamily="34" charset="77"/>
                </a:rPr>
                <a:t>Governance standards and controls are inconsistently applied.</a:t>
              </a:r>
            </a:p>
            <a:p>
              <a:pPr algn="ctr">
                <a:spcAft>
                  <a:spcPts val="800"/>
                </a:spcAft>
              </a:pPr>
              <a:r>
                <a:rPr lang="en-GB" sz="1100" noProof="0">
                  <a:solidFill>
                    <a:schemeClr val="tx1"/>
                  </a:solidFill>
                  <a:latin typeface="TWK Everett Light" panose="020B0204000000000000" pitchFamily="34" charset="77"/>
                </a:rPr>
                <a:t>Data standards, stewardship and quality controls vary across </a:t>
              </a:r>
              <a:r>
                <a:rPr lang="en-GB" sz="1100" noProof="0" err="1">
                  <a:solidFill>
                    <a:schemeClr val="tx1"/>
                  </a:solidFill>
                  <a:latin typeface="TWK Everett Light" panose="020B0204000000000000" pitchFamily="34" charset="77"/>
                </a:rPr>
                <a:t>OpCo's</a:t>
              </a:r>
              <a:r>
                <a:rPr lang="en-GB" sz="1100" noProof="0">
                  <a:solidFill>
                    <a:schemeClr val="tx1"/>
                  </a:solidFill>
                  <a:latin typeface="TWK Everett Light" panose="020B0204000000000000" pitchFamily="34" charset="77"/>
                </a:rPr>
                <a:t> and projects, creating duplicate, outdated and inconsistent records.</a:t>
              </a:r>
            </a:p>
          </p:txBody>
        </p:sp>
        <p:sp>
          <p:nvSpPr>
            <p:cNvPr id="62" name="Freeform 61">
              <a:extLst>
                <a:ext uri="{FF2B5EF4-FFF2-40B4-BE49-F238E27FC236}">
                  <a16:creationId xmlns:a16="http://schemas.microsoft.com/office/drawing/2014/main" id="{8051E092-D0DA-D6DC-4C16-B8C047F2A1AC}"/>
                </a:ext>
              </a:extLst>
            </p:cNvPr>
            <p:cNvSpPr/>
            <p:nvPr/>
          </p:nvSpPr>
          <p:spPr>
            <a:xfrm>
              <a:off x="230806" y="2468195"/>
              <a:ext cx="2916000" cy="101600"/>
            </a:xfrm>
            <a:custGeom>
              <a:avLst/>
              <a:gdLst>
                <a:gd name="csX0" fmla="*/ 69806 w 2779085"/>
                <a:gd name="csY0" fmla="*/ 0 h 101600"/>
                <a:gd name="csX1" fmla="*/ 2709279 w 2779085"/>
                <a:gd name="csY1" fmla="*/ 0 h 101600"/>
                <a:gd name="csX2" fmla="*/ 2779085 w 2779085"/>
                <a:gd name="csY2" fmla="*/ 69806 h 101600"/>
                <a:gd name="csX3" fmla="*/ 2779085 w 2779085"/>
                <a:gd name="csY3" fmla="*/ 101600 h 101600"/>
                <a:gd name="csX4" fmla="*/ 0 w 2779085"/>
                <a:gd name="csY4" fmla="*/ 101600 h 101600"/>
                <a:gd name="csX5" fmla="*/ 0 w 2779085"/>
                <a:gd name="csY5" fmla="*/ 69806 h 101600"/>
                <a:gd name="csX6" fmla="*/ 69806 w 2779085"/>
                <a:gd name="csY6" fmla="*/ 0 h 1016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79085" h="101600">
                  <a:moveTo>
                    <a:pt x="69806" y="0"/>
                  </a:moveTo>
                  <a:lnTo>
                    <a:pt x="2709279" y="0"/>
                  </a:lnTo>
                  <a:cubicBezTo>
                    <a:pt x="2747832" y="0"/>
                    <a:pt x="2779085" y="31253"/>
                    <a:pt x="2779085" y="69806"/>
                  </a:cubicBezTo>
                  <a:lnTo>
                    <a:pt x="2779085" y="101600"/>
                  </a:lnTo>
                  <a:lnTo>
                    <a:pt x="0" y="101600"/>
                  </a:lnTo>
                  <a:lnTo>
                    <a:pt x="0" y="69806"/>
                  </a:lnTo>
                  <a:cubicBezTo>
                    <a:pt x="0" y="31253"/>
                    <a:pt x="31253" y="0"/>
                    <a:pt x="69806" y="0"/>
                  </a:cubicBezTo>
                  <a:close/>
                </a:path>
              </a:pathLst>
            </a:custGeom>
            <a:solidFill>
              <a:schemeClr val="accent6"/>
            </a:solidFill>
            <a:ln>
              <a:noFill/>
            </a:ln>
          </p:spPr>
          <p:style>
            <a:lnRef idx="2">
              <a:schemeClr val="accent1"/>
            </a:lnRef>
            <a:fillRef idx="1">
              <a:schemeClr val="lt1"/>
            </a:fillRef>
            <a:effectRef idx="0">
              <a:schemeClr val="accent1"/>
            </a:effectRef>
            <a:fontRef idx="minor">
              <a:schemeClr val="dk1"/>
            </a:fontRef>
          </p:style>
          <p:txBody>
            <a:bodyPr wrap="square" lIns="180000" tIns="144000" rIns="180000">
              <a:noAutofit/>
            </a:bodyPr>
            <a:lstStyle/>
            <a:p>
              <a:pPr algn="ctr">
                <a:spcAft>
                  <a:spcPts val="800"/>
                </a:spcAft>
              </a:pPr>
              <a:endParaRPr lang="en-GB" sz="1100" noProof="0">
                <a:solidFill>
                  <a:schemeClr val="tx1"/>
                </a:solidFill>
                <a:latin typeface="TWK Everett Light" panose="020B0204000000000000" pitchFamily="34" charset="77"/>
              </a:endParaRPr>
            </a:p>
          </p:txBody>
        </p:sp>
      </p:grpSp>
      <p:sp>
        <p:nvSpPr>
          <p:cNvPr id="63" name="Right Brace 62">
            <a:extLst>
              <a:ext uri="{FF2B5EF4-FFF2-40B4-BE49-F238E27FC236}">
                <a16:creationId xmlns:a16="http://schemas.microsoft.com/office/drawing/2014/main" id="{B50B147B-20D5-8568-72E5-BEFB57D0ADC5}"/>
              </a:ext>
            </a:extLst>
          </p:cNvPr>
          <p:cNvSpPr/>
          <p:nvPr/>
        </p:nvSpPr>
        <p:spPr>
          <a:xfrm rot="5400000">
            <a:off x="4661692" y="481697"/>
            <a:ext cx="219966" cy="9081737"/>
          </a:xfrm>
          <a:prstGeom prst="righ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noProof="0"/>
          </a:p>
        </p:txBody>
      </p:sp>
      <p:sp>
        <p:nvSpPr>
          <p:cNvPr id="64" name="Rounded Rectangle 63">
            <a:extLst>
              <a:ext uri="{FF2B5EF4-FFF2-40B4-BE49-F238E27FC236}">
                <a16:creationId xmlns:a16="http://schemas.microsoft.com/office/drawing/2014/main" id="{020B4E6A-B383-69FA-2F9F-C013EC00C38B}"/>
              </a:ext>
            </a:extLst>
          </p:cNvPr>
          <p:cNvSpPr/>
          <p:nvPr/>
        </p:nvSpPr>
        <p:spPr>
          <a:xfrm>
            <a:off x="230806" y="5126454"/>
            <a:ext cx="9081730" cy="491240"/>
          </a:xfrm>
          <a:prstGeom prst="roundRect">
            <a:avLst>
              <a:gd name="adj" fmla="val 11396"/>
            </a:avLst>
          </a:prstGeom>
          <a:solidFill>
            <a:srgbClr val="F2F2F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noProof="0">
                <a:solidFill>
                  <a:schemeClr val="tx1"/>
                </a:solidFill>
                <a:latin typeface="TWK Everett Medium" panose="020B0204000000000000" pitchFamily="34" charset="77"/>
              </a:rPr>
              <a:t>Together, these constraints prevent the estate from being viewed as a connected enterprise portfolio.</a:t>
            </a:r>
          </a:p>
        </p:txBody>
      </p:sp>
      <p:cxnSp>
        <p:nvCxnSpPr>
          <p:cNvPr id="65" name="Straight Connector 64">
            <a:extLst>
              <a:ext uri="{FF2B5EF4-FFF2-40B4-BE49-F238E27FC236}">
                <a16:creationId xmlns:a16="http://schemas.microsoft.com/office/drawing/2014/main" id="{6EE4F8E1-98F6-71BA-99BB-4E8F45C6609B}"/>
              </a:ext>
            </a:extLst>
          </p:cNvPr>
          <p:cNvCxnSpPr>
            <a:cxnSpLocks/>
          </p:cNvCxnSpPr>
          <p:nvPr/>
        </p:nvCxnSpPr>
        <p:spPr>
          <a:xfrm>
            <a:off x="9547650" y="2025134"/>
            <a:ext cx="0" cy="3603287"/>
          </a:xfrm>
          <a:prstGeom prst="line">
            <a:avLst/>
          </a:prstGeom>
          <a:ln>
            <a:solidFill>
              <a:schemeClr val="bg1">
                <a:lumMod val="85000"/>
              </a:schemeClr>
            </a:solidFill>
          </a:ln>
          <a:effectLst/>
        </p:spPr>
        <p:style>
          <a:lnRef idx="1">
            <a:schemeClr val="accent1"/>
          </a:lnRef>
          <a:fillRef idx="0">
            <a:schemeClr val="accent1"/>
          </a:fillRef>
          <a:effectRef idx="0">
            <a:schemeClr val="accent1"/>
          </a:effectRef>
          <a:fontRef idx="minor">
            <a:schemeClr val="tx1"/>
          </a:fontRef>
        </p:style>
      </p:cxnSp>
      <p:sp>
        <p:nvSpPr>
          <p:cNvPr id="67" name="Title 2">
            <a:extLst>
              <a:ext uri="{FF2B5EF4-FFF2-40B4-BE49-F238E27FC236}">
                <a16:creationId xmlns:a16="http://schemas.microsoft.com/office/drawing/2014/main" id="{EA0F7146-2EEF-F38E-347F-E511CAD2F4BE}"/>
              </a:ext>
            </a:extLst>
          </p:cNvPr>
          <p:cNvSpPr txBox="1">
            <a:spLocks/>
          </p:cNvSpPr>
          <p:nvPr/>
        </p:nvSpPr>
        <p:spPr>
          <a:xfrm>
            <a:off x="291270" y="2723849"/>
            <a:ext cx="523836" cy="444581"/>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b="0" i="0" kern="1200">
                <a:solidFill>
                  <a:schemeClr val="tx1"/>
                </a:solidFill>
                <a:latin typeface="TWK Everett Medium" panose="020B0204000000000000" pitchFamily="34" charset="77"/>
                <a:ea typeface="Arial" panose="020B0604020202020204" pitchFamily="34" charset="0"/>
                <a:cs typeface="Arial" panose="020B0604020202020204" pitchFamily="34" charset="0"/>
              </a:defRPr>
            </a:lvl1pPr>
          </a:lstStyle>
          <a:p>
            <a:r>
              <a:rPr lang="en-GB" sz="3200" b="1" noProof="0">
                <a:ln>
                  <a:solidFill>
                    <a:schemeClr val="accent1"/>
                  </a:solidFill>
                </a:ln>
                <a:noFill/>
                <a:latin typeface="TWK Everett Black" panose="020B0204000000000000" pitchFamily="34" charset="77"/>
              </a:rPr>
              <a:t>01</a:t>
            </a:r>
          </a:p>
        </p:txBody>
      </p:sp>
      <p:sp>
        <p:nvSpPr>
          <p:cNvPr id="68" name="Title 2">
            <a:extLst>
              <a:ext uri="{FF2B5EF4-FFF2-40B4-BE49-F238E27FC236}">
                <a16:creationId xmlns:a16="http://schemas.microsoft.com/office/drawing/2014/main" id="{D80955FD-EC39-157B-653A-C41853DCFDA9}"/>
              </a:ext>
            </a:extLst>
          </p:cNvPr>
          <p:cNvSpPr txBox="1">
            <a:spLocks/>
          </p:cNvSpPr>
          <p:nvPr/>
        </p:nvSpPr>
        <p:spPr>
          <a:xfrm>
            <a:off x="3386290" y="2723849"/>
            <a:ext cx="614210" cy="444581"/>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b="0" i="0" kern="1200">
                <a:solidFill>
                  <a:schemeClr val="tx1"/>
                </a:solidFill>
                <a:latin typeface="TWK Everett Medium" panose="020B0204000000000000" pitchFamily="34" charset="77"/>
                <a:ea typeface="Arial" panose="020B0604020202020204" pitchFamily="34" charset="0"/>
                <a:cs typeface="Arial" panose="020B0604020202020204" pitchFamily="34" charset="0"/>
              </a:defRPr>
            </a:lvl1pPr>
          </a:lstStyle>
          <a:p>
            <a:r>
              <a:rPr lang="en-GB" sz="3200" b="1" noProof="0">
                <a:ln>
                  <a:solidFill>
                    <a:schemeClr val="accent4"/>
                  </a:solidFill>
                </a:ln>
                <a:noFill/>
                <a:latin typeface="TWK Everett Black" panose="020B0204000000000000" pitchFamily="34" charset="77"/>
              </a:rPr>
              <a:t>02</a:t>
            </a:r>
          </a:p>
        </p:txBody>
      </p:sp>
      <p:sp>
        <p:nvSpPr>
          <p:cNvPr id="69" name="Title 2">
            <a:extLst>
              <a:ext uri="{FF2B5EF4-FFF2-40B4-BE49-F238E27FC236}">
                <a16:creationId xmlns:a16="http://schemas.microsoft.com/office/drawing/2014/main" id="{A3E89807-19D2-86CE-A2DE-9C4B42AB56DD}"/>
              </a:ext>
            </a:extLst>
          </p:cNvPr>
          <p:cNvSpPr txBox="1">
            <a:spLocks/>
          </p:cNvSpPr>
          <p:nvPr/>
        </p:nvSpPr>
        <p:spPr>
          <a:xfrm>
            <a:off x="6469772" y="2723849"/>
            <a:ext cx="614210" cy="444581"/>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b="0" i="0" kern="1200">
                <a:solidFill>
                  <a:schemeClr val="tx1"/>
                </a:solidFill>
                <a:latin typeface="TWK Everett Medium" panose="020B0204000000000000" pitchFamily="34" charset="77"/>
                <a:ea typeface="Arial" panose="020B0604020202020204" pitchFamily="34" charset="0"/>
                <a:cs typeface="Arial" panose="020B0604020202020204" pitchFamily="34" charset="0"/>
              </a:defRPr>
            </a:lvl1pPr>
          </a:lstStyle>
          <a:p>
            <a:r>
              <a:rPr lang="en-GB" sz="3200" b="1" noProof="0">
                <a:ln>
                  <a:solidFill>
                    <a:schemeClr val="accent6"/>
                  </a:solidFill>
                </a:ln>
                <a:noFill/>
                <a:latin typeface="TWK Everett Black" panose="020B0204000000000000" pitchFamily="34" charset="77"/>
              </a:rPr>
              <a:t>03</a:t>
            </a:r>
          </a:p>
        </p:txBody>
      </p:sp>
      <p:sp>
        <p:nvSpPr>
          <p:cNvPr id="70" name="Title 2">
            <a:extLst>
              <a:ext uri="{FF2B5EF4-FFF2-40B4-BE49-F238E27FC236}">
                <a16:creationId xmlns:a16="http://schemas.microsoft.com/office/drawing/2014/main" id="{D7161CE5-6885-D58A-EF88-559D2B6B49BE}"/>
              </a:ext>
            </a:extLst>
          </p:cNvPr>
          <p:cNvSpPr txBox="1">
            <a:spLocks/>
          </p:cNvSpPr>
          <p:nvPr/>
        </p:nvSpPr>
        <p:spPr>
          <a:xfrm>
            <a:off x="1034525" y="2723849"/>
            <a:ext cx="1706065" cy="57502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b="0" i="0" kern="1200">
                <a:solidFill>
                  <a:schemeClr val="tx1"/>
                </a:solidFill>
                <a:latin typeface="TWK Everett Medium" panose="020B0204000000000000" pitchFamily="34" charset="77"/>
                <a:ea typeface="Arial" panose="020B0604020202020204" pitchFamily="34" charset="0"/>
                <a:cs typeface="Arial" panose="020B0604020202020204" pitchFamily="34" charset="0"/>
              </a:defRPr>
            </a:lvl1pPr>
          </a:lstStyle>
          <a:p>
            <a:r>
              <a:rPr lang="en-GB" sz="1800" noProof="0"/>
              <a:t>Application Visibility</a:t>
            </a:r>
          </a:p>
        </p:txBody>
      </p:sp>
      <p:sp>
        <p:nvSpPr>
          <p:cNvPr id="71" name="Title 2">
            <a:extLst>
              <a:ext uri="{FF2B5EF4-FFF2-40B4-BE49-F238E27FC236}">
                <a16:creationId xmlns:a16="http://schemas.microsoft.com/office/drawing/2014/main" id="{D14F6208-CA02-F5CE-1A58-ECB111BD3B6E}"/>
              </a:ext>
            </a:extLst>
          </p:cNvPr>
          <p:cNvSpPr txBox="1">
            <a:spLocks/>
          </p:cNvSpPr>
          <p:nvPr/>
        </p:nvSpPr>
        <p:spPr>
          <a:xfrm>
            <a:off x="4225691" y="2723849"/>
            <a:ext cx="1706065" cy="57502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b="0" i="0" kern="1200">
                <a:solidFill>
                  <a:schemeClr val="tx1"/>
                </a:solidFill>
                <a:latin typeface="TWK Everett Medium" panose="020B0204000000000000" pitchFamily="34" charset="77"/>
                <a:ea typeface="Arial" panose="020B0604020202020204" pitchFamily="34" charset="0"/>
                <a:cs typeface="Arial" panose="020B0604020202020204" pitchFamily="34" charset="0"/>
              </a:defRPr>
            </a:lvl1pPr>
          </a:lstStyle>
          <a:p>
            <a:r>
              <a:rPr lang="en-GB" sz="1800" noProof="0"/>
              <a:t>Dependency Visibility</a:t>
            </a:r>
          </a:p>
        </p:txBody>
      </p:sp>
      <p:sp>
        <p:nvSpPr>
          <p:cNvPr id="72" name="Title 2">
            <a:extLst>
              <a:ext uri="{FF2B5EF4-FFF2-40B4-BE49-F238E27FC236}">
                <a16:creationId xmlns:a16="http://schemas.microsoft.com/office/drawing/2014/main" id="{43D15466-CB62-5FC6-8D8B-5E08E224B1AF}"/>
              </a:ext>
            </a:extLst>
          </p:cNvPr>
          <p:cNvSpPr txBox="1">
            <a:spLocks/>
          </p:cNvSpPr>
          <p:nvPr/>
        </p:nvSpPr>
        <p:spPr>
          <a:xfrm>
            <a:off x="7307082" y="2723849"/>
            <a:ext cx="1706065" cy="57502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b="0" i="0" kern="1200">
                <a:solidFill>
                  <a:schemeClr val="tx1"/>
                </a:solidFill>
                <a:latin typeface="TWK Everett Medium" panose="020B0204000000000000" pitchFamily="34" charset="77"/>
                <a:ea typeface="Arial" panose="020B0604020202020204" pitchFamily="34" charset="0"/>
                <a:cs typeface="Arial" panose="020B0604020202020204" pitchFamily="34" charset="0"/>
              </a:defRPr>
            </a:lvl1pPr>
          </a:lstStyle>
          <a:p>
            <a:r>
              <a:rPr lang="en-GB" sz="1800" noProof="0"/>
              <a:t>Governance Controls</a:t>
            </a:r>
          </a:p>
        </p:txBody>
      </p:sp>
      <p:sp>
        <p:nvSpPr>
          <p:cNvPr id="73" name="Rounded Rectangle 72">
            <a:extLst>
              <a:ext uri="{FF2B5EF4-FFF2-40B4-BE49-F238E27FC236}">
                <a16:creationId xmlns:a16="http://schemas.microsoft.com/office/drawing/2014/main" id="{70E3775A-2828-DE7B-9394-26D339DD5146}"/>
              </a:ext>
            </a:extLst>
          </p:cNvPr>
          <p:cNvSpPr/>
          <p:nvPr/>
        </p:nvSpPr>
        <p:spPr>
          <a:xfrm>
            <a:off x="1199240" y="3286606"/>
            <a:ext cx="979200" cy="203436"/>
          </a:xfrm>
          <a:prstGeom prst="roundRect">
            <a:avLst>
              <a:gd name="adj" fmla="val 50000"/>
            </a:avLst>
          </a:prstGeom>
          <a:solidFill>
            <a:srgbClr val="F2F1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a:solidFill>
                  <a:schemeClr val="bg1">
                    <a:lumMod val="50000"/>
                  </a:schemeClr>
                </a:solidFill>
                <a:latin typeface="TWK Everett" panose="020B0204000000000000" pitchFamily="34" charset="77"/>
              </a:rPr>
              <a:t>14 findings</a:t>
            </a:r>
          </a:p>
        </p:txBody>
      </p:sp>
      <p:cxnSp>
        <p:nvCxnSpPr>
          <p:cNvPr id="79" name="Straight Connector 78">
            <a:extLst>
              <a:ext uri="{FF2B5EF4-FFF2-40B4-BE49-F238E27FC236}">
                <a16:creationId xmlns:a16="http://schemas.microsoft.com/office/drawing/2014/main" id="{82978869-7B30-92C8-874C-6959624F2A4F}"/>
              </a:ext>
            </a:extLst>
          </p:cNvPr>
          <p:cNvCxnSpPr>
            <a:cxnSpLocks/>
          </p:cNvCxnSpPr>
          <p:nvPr/>
        </p:nvCxnSpPr>
        <p:spPr>
          <a:xfrm>
            <a:off x="3867994" y="3399196"/>
            <a:ext cx="1817344" cy="0"/>
          </a:xfrm>
          <a:prstGeom prst="line">
            <a:avLst/>
          </a:prstGeom>
          <a:ln w="25400">
            <a:solidFill>
              <a:srgbClr val="29707A"/>
            </a:solidFill>
          </a:ln>
        </p:spPr>
        <p:style>
          <a:lnRef idx="1">
            <a:schemeClr val="accent1"/>
          </a:lnRef>
          <a:fillRef idx="0">
            <a:schemeClr val="accent1"/>
          </a:fillRef>
          <a:effectRef idx="0">
            <a:schemeClr val="accent1"/>
          </a:effectRef>
          <a:fontRef idx="minor">
            <a:schemeClr val="tx1"/>
          </a:fontRef>
        </p:style>
      </p:cxnSp>
      <p:sp>
        <p:nvSpPr>
          <p:cNvPr id="80" name="Rounded Rectangle 79">
            <a:extLst>
              <a:ext uri="{FF2B5EF4-FFF2-40B4-BE49-F238E27FC236}">
                <a16:creationId xmlns:a16="http://schemas.microsoft.com/office/drawing/2014/main" id="{9C103F9B-6096-5A97-DD44-3390CE5F0E58}"/>
              </a:ext>
            </a:extLst>
          </p:cNvPr>
          <p:cNvSpPr/>
          <p:nvPr/>
        </p:nvSpPr>
        <p:spPr>
          <a:xfrm>
            <a:off x="4287066" y="3290077"/>
            <a:ext cx="979200" cy="203436"/>
          </a:xfrm>
          <a:prstGeom prst="roundRect">
            <a:avLst>
              <a:gd name="adj" fmla="val 50000"/>
            </a:avLst>
          </a:prstGeom>
          <a:solidFill>
            <a:srgbClr val="F2F1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a:solidFill>
                  <a:schemeClr val="bg1">
                    <a:lumMod val="50000"/>
                  </a:schemeClr>
                </a:solidFill>
                <a:latin typeface="TWK Everett" panose="020B0204000000000000" pitchFamily="34" charset="77"/>
              </a:rPr>
              <a:t>10 findings</a:t>
            </a:r>
          </a:p>
        </p:txBody>
      </p:sp>
      <p:cxnSp>
        <p:nvCxnSpPr>
          <p:cNvPr id="81" name="Straight Connector 80">
            <a:extLst>
              <a:ext uri="{FF2B5EF4-FFF2-40B4-BE49-F238E27FC236}">
                <a16:creationId xmlns:a16="http://schemas.microsoft.com/office/drawing/2014/main" id="{52F971F4-4FAF-89CC-FDC1-E9E10B5A9B3C}"/>
              </a:ext>
            </a:extLst>
          </p:cNvPr>
          <p:cNvCxnSpPr>
            <a:cxnSpLocks/>
          </p:cNvCxnSpPr>
          <p:nvPr/>
        </p:nvCxnSpPr>
        <p:spPr>
          <a:xfrm>
            <a:off x="7017657" y="3399580"/>
            <a:ext cx="1817344"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Rounded Rectangle 81">
            <a:extLst>
              <a:ext uri="{FF2B5EF4-FFF2-40B4-BE49-F238E27FC236}">
                <a16:creationId xmlns:a16="http://schemas.microsoft.com/office/drawing/2014/main" id="{287816E0-617E-22F6-9844-B644661949A2}"/>
              </a:ext>
            </a:extLst>
          </p:cNvPr>
          <p:cNvSpPr/>
          <p:nvPr/>
        </p:nvSpPr>
        <p:spPr>
          <a:xfrm>
            <a:off x="7436729" y="3290461"/>
            <a:ext cx="979200" cy="203436"/>
          </a:xfrm>
          <a:prstGeom prst="roundRect">
            <a:avLst>
              <a:gd name="adj" fmla="val 50000"/>
            </a:avLst>
          </a:prstGeom>
          <a:solidFill>
            <a:srgbClr val="F2F1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a:solidFill>
                  <a:schemeClr val="bg1">
                    <a:lumMod val="50000"/>
                  </a:schemeClr>
                </a:solidFill>
                <a:latin typeface="TWK Everett" panose="020B0204000000000000" pitchFamily="34" charset="77"/>
              </a:rPr>
              <a:t>39 findings</a:t>
            </a:r>
          </a:p>
        </p:txBody>
      </p:sp>
    </p:spTree>
    <p:extLst>
      <p:ext uri="{BB962C8B-B14F-4D97-AF65-F5344CB8AC3E}">
        <p14:creationId xmlns:p14="http://schemas.microsoft.com/office/powerpoint/2010/main" val="1702202117"/>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8A2648-9725-1EAC-5894-094CCCAFB444}"/>
              </a:ext>
            </a:extLst>
          </p:cNvPr>
          <p:cNvSpPr>
            <a:spLocks noGrp="1"/>
          </p:cNvSpPr>
          <p:nvPr>
            <p:ph type="body" sz="quarter" idx="10"/>
          </p:nvPr>
        </p:nvSpPr>
        <p:spPr/>
        <p:txBody>
          <a:bodyPr/>
          <a:lstStyle/>
          <a:p>
            <a:r>
              <a:rPr lang="en-GB" noProof="0"/>
              <a:t>EXECUTIVE SUMMARY</a:t>
            </a:r>
          </a:p>
        </p:txBody>
      </p:sp>
      <p:sp>
        <p:nvSpPr>
          <p:cNvPr id="3" name="Title 2">
            <a:extLst>
              <a:ext uri="{FF2B5EF4-FFF2-40B4-BE49-F238E27FC236}">
                <a16:creationId xmlns:a16="http://schemas.microsoft.com/office/drawing/2014/main" id="{67E06DC2-2C0E-84BE-FBE5-C39DC847B78D}"/>
              </a:ext>
            </a:extLst>
          </p:cNvPr>
          <p:cNvSpPr>
            <a:spLocks noGrp="1"/>
          </p:cNvSpPr>
          <p:nvPr>
            <p:ph type="title"/>
          </p:nvPr>
        </p:nvSpPr>
        <p:spPr>
          <a:xfrm>
            <a:off x="237035" y="672600"/>
            <a:ext cx="9310615" cy="819433"/>
          </a:xfrm>
        </p:spPr>
        <p:txBody>
          <a:bodyPr/>
          <a:lstStyle/>
          <a:p>
            <a:r>
              <a:rPr lang="en-GB" noProof="0"/>
              <a:t>No trusted enterprise application portfolio currently exists for WPP across all </a:t>
            </a:r>
            <a:r>
              <a:rPr lang="en-GB" noProof="0" err="1"/>
              <a:t>OpCo’s</a:t>
            </a:r>
            <a:endParaRPr lang="en-GB" noProof="0"/>
          </a:p>
        </p:txBody>
      </p:sp>
      <p:sp>
        <p:nvSpPr>
          <p:cNvPr id="5" name="Shape 4">
            <a:extLst>
              <a:ext uri="{FF2B5EF4-FFF2-40B4-BE49-F238E27FC236}">
                <a16:creationId xmlns:a16="http://schemas.microsoft.com/office/drawing/2014/main" id="{90181232-96D0-765D-2B4A-AB9AB7789906}"/>
              </a:ext>
            </a:extLst>
          </p:cNvPr>
          <p:cNvSpPr/>
          <p:nvPr/>
        </p:nvSpPr>
        <p:spPr>
          <a:xfrm>
            <a:off x="230808" y="2054736"/>
            <a:ext cx="2724850" cy="3573684"/>
          </a:xfrm>
          <a:prstGeom prst="rect">
            <a:avLst/>
          </a:prstGeom>
          <a:solidFill>
            <a:srgbClr val="F6FBF9"/>
          </a:solidFill>
          <a:ln w="12700">
            <a:solidFill>
              <a:srgbClr val="CFDAD6"/>
            </a:solidFill>
          </a:ln>
        </p:spPr>
        <p:style>
          <a:lnRef idx="2">
            <a:schemeClr val="accent1">
              <a:shade val="15000"/>
            </a:schemeClr>
          </a:lnRef>
          <a:fillRef idx="1">
            <a:schemeClr val="accent1"/>
          </a:fillRef>
          <a:effectRef idx="0">
            <a:schemeClr val="accent1"/>
          </a:effectRef>
          <a:fontRef idx="minor">
            <a:schemeClr val="lt1"/>
          </a:fontRef>
        </p:style>
        <p:txBody>
          <a:bodyPr lIns="900000" rtlCol="0" anchor="ctr"/>
          <a:lstStyle/>
          <a:p>
            <a:pPr>
              <a:spcAft>
                <a:spcPts val="400"/>
              </a:spcAft>
            </a:pPr>
            <a:endParaRPr lang="en-GB" sz="1100" noProof="0">
              <a:latin typeface="TWK Everett Medium" panose="020B0204000000000000" pitchFamily="34" charset="77"/>
            </a:endParaRPr>
          </a:p>
        </p:txBody>
      </p:sp>
      <p:sp>
        <p:nvSpPr>
          <p:cNvPr id="9" name="Text 5">
            <a:extLst>
              <a:ext uri="{FF2B5EF4-FFF2-40B4-BE49-F238E27FC236}">
                <a16:creationId xmlns:a16="http://schemas.microsoft.com/office/drawing/2014/main" id="{14C6A444-59DA-7605-CA76-12BD5B37B8D7}"/>
              </a:ext>
            </a:extLst>
          </p:cNvPr>
          <p:cNvSpPr/>
          <p:nvPr/>
        </p:nvSpPr>
        <p:spPr>
          <a:xfrm>
            <a:off x="1126580" y="2142642"/>
            <a:ext cx="1415520" cy="652728"/>
          </a:xfrm>
          <a:prstGeom prst="rect">
            <a:avLst/>
          </a:prstGeom>
          <a:noFill/>
          <a:ln/>
        </p:spPr>
        <p:txBody>
          <a:bodyPr wrap="square" lIns="0" tIns="0" rIns="0" bIns="0" rtlCol="0" anchor="t"/>
          <a:lstStyle/>
          <a:p>
            <a:pPr marL="0" indent="0">
              <a:lnSpc>
                <a:spcPct val="98000"/>
              </a:lnSpc>
              <a:buNone/>
            </a:pPr>
            <a:r>
              <a:rPr lang="en-GB" sz="1400" kern="0" spc="30" noProof="0">
                <a:solidFill>
                  <a:srgbClr val="1B2330"/>
                </a:solidFill>
                <a:latin typeface="TWK Everett Medium" panose="020B0204000000000000" pitchFamily="34" charset="77"/>
                <a:ea typeface="Arial" pitchFamily="34" charset="-122"/>
                <a:cs typeface="Arial" pitchFamily="34" charset="-120"/>
              </a:rPr>
              <a:t>Existing Infrastructure Visibility</a:t>
            </a:r>
            <a:endParaRPr lang="en-GB" sz="1400" noProof="0">
              <a:latin typeface="TWK Everett Medium" panose="020B0204000000000000" pitchFamily="34" charset="77"/>
            </a:endParaRPr>
          </a:p>
        </p:txBody>
      </p:sp>
      <p:sp>
        <p:nvSpPr>
          <p:cNvPr id="11" name="Text 7">
            <a:extLst>
              <a:ext uri="{FF2B5EF4-FFF2-40B4-BE49-F238E27FC236}">
                <a16:creationId xmlns:a16="http://schemas.microsoft.com/office/drawing/2014/main" id="{FDFB8695-0991-6E2E-E720-BDB7220FEA1B}"/>
              </a:ext>
            </a:extLst>
          </p:cNvPr>
          <p:cNvSpPr/>
          <p:nvPr/>
        </p:nvSpPr>
        <p:spPr>
          <a:xfrm>
            <a:off x="351083" y="2884218"/>
            <a:ext cx="1234440" cy="274320"/>
          </a:xfrm>
          <a:prstGeom prst="roundRect">
            <a:avLst/>
          </a:prstGeom>
          <a:solidFill>
            <a:srgbClr val="FFC000"/>
          </a:solidFill>
          <a:ln/>
        </p:spPr>
        <p:txBody>
          <a:bodyPr wrap="square" lIns="0" tIns="0" rIns="0" bIns="0" rtlCol="0" anchor="ctr"/>
          <a:lstStyle/>
          <a:p>
            <a:pPr marL="0" indent="0" algn="ctr">
              <a:buNone/>
            </a:pPr>
            <a:r>
              <a:rPr lang="en-GB" sz="1000" kern="0" spc="50" noProof="0">
                <a:latin typeface="TWK Everett Medium" panose="020B0204000000000000" pitchFamily="34" charset="77"/>
                <a:ea typeface="Arial" pitchFamily="34" charset="-122"/>
                <a:cs typeface="Arial" pitchFamily="34" charset="-120"/>
              </a:rPr>
              <a:t>DEVELOPING</a:t>
            </a:r>
            <a:endParaRPr lang="en-GB" sz="1000" noProof="0">
              <a:latin typeface="TWK Everett Medium" panose="020B0204000000000000" pitchFamily="34" charset="77"/>
            </a:endParaRPr>
          </a:p>
        </p:txBody>
      </p:sp>
      <p:sp>
        <p:nvSpPr>
          <p:cNvPr id="12" name="Shape 8">
            <a:extLst>
              <a:ext uri="{FF2B5EF4-FFF2-40B4-BE49-F238E27FC236}">
                <a16:creationId xmlns:a16="http://schemas.microsoft.com/office/drawing/2014/main" id="{8820230A-C5B9-0E7D-D84E-C302DD9AA76C}"/>
              </a:ext>
            </a:extLst>
          </p:cNvPr>
          <p:cNvSpPr/>
          <p:nvPr/>
        </p:nvSpPr>
        <p:spPr>
          <a:xfrm>
            <a:off x="353078" y="3242460"/>
            <a:ext cx="2456179" cy="0"/>
          </a:xfrm>
          <a:prstGeom prst="line">
            <a:avLst/>
          </a:prstGeom>
          <a:noFill/>
          <a:ln w="12700">
            <a:solidFill>
              <a:srgbClr val="E0E2E5"/>
            </a:solidFill>
            <a:prstDash val="solid"/>
          </a:ln>
        </p:spPr>
        <p:txBody>
          <a:bodyPr/>
          <a:lstStyle/>
          <a:p>
            <a:endParaRPr lang="en-GB" noProof="0">
              <a:latin typeface="TWK Everett" panose="020B0204000000000000" pitchFamily="34" charset="77"/>
            </a:endParaRPr>
          </a:p>
        </p:txBody>
      </p:sp>
      <p:pic>
        <p:nvPicPr>
          <p:cNvPr id="104" name="Image 3" descr="preencoded.png">
            <a:extLst>
              <a:ext uri="{FF2B5EF4-FFF2-40B4-BE49-F238E27FC236}">
                <a16:creationId xmlns:a16="http://schemas.microsoft.com/office/drawing/2014/main" id="{F94DC764-F26A-50AF-AC6E-6504BAE23A70}"/>
              </a:ext>
            </a:extLst>
          </p:cNvPr>
          <p:cNvPicPr>
            <a:picLocks noChangeAspect="1"/>
          </p:cNvPicPr>
          <p:nvPr/>
        </p:nvPicPr>
        <p:blipFill>
          <a:blip r:embed="rId4"/>
          <a:stretch>
            <a:fillRect/>
          </a:stretch>
        </p:blipFill>
        <p:spPr>
          <a:xfrm>
            <a:off x="361974" y="6023067"/>
            <a:ext cx="150820" cy="150820"/>
          </a:xfrm>
          <a:prstGeom prst="rect">
            <a:avLst/>
          </a:prstGeom>
        </p:spPr>
      </p:pic>
      <p:sp>
        <p:nvSpPr>
          <p:cNvPr id="107" name="TextBox 106">
            <a:extLst>
              <a:ext uri="{FF2B5EF4-FFF2-40B4-BE49-F238E27FC236}">
                <a16:creationId xmlns:a16="http://schemas.microsoft.com/office/drawing/2014/main" id="{6202F852-B128-057E-F742-7CEE369E4878}"/>
              </a:ext>
            </a:extLst>
          </p:cNvPr>
          <p:cNvSpPr txBox="1"/>
          <p:nvPr/>
        </p:nvSpPr>
        <p:spPr>
          <a:xfrm>
            <a:off x="231777" y="1524000"/>
            <a:ext cx="9310616" cy="430887"/>
          </a:xfrm>
          <a:prstGeom prst="rect">
            <a:avLst/>
          </a:prstGeom>
          <a:noFill/>
        </p:spPr>
        <p:txBody>
          <a:bodyPr wrap="square" lIns="0" tIns="0" rIns="0" bIns="0" rtlCol="0">
            <a:spAutoFit/>
          </a:bodyPr>
          <a:lstStyle/>
          <a:p>
            <a:pPr>
              <a:spcBef>
                <a:spcPts val="1000"/>
              </a:spcBef>
              <a:buClr>
                <a:schemeClr val="tx2"/>
              </a:buClr>
            </a:pPr>
            <a:r>
              <a:rPr lang="en-GB" sz="1400" noProof="0">
                <a:solidFill>
                  <a:schemeClr val="accent1"/>
                </a:solidFill>
                <a:latin typeface="TWK Everett" panose="020B0204000000000000" pitchFamily="34" charset="77"/>
                <a:cs typeface="Arial" panose="020B0604020202020204" pitchFamily="34" charset="0"/>
              </a:rPr>
              <a:t>Fragmented application data prevents WPP from establishing a trusted view of its application estate, limiting portfolio simplification, investment planning and transformation execution.</a:t>
            </a:r>
          </a:p>
        </p:txBody>
      </p:sp>
      <p:sp>
        <p:nvSpPr>
          <p:cNvPr id="128" name="Shape 4">
            <a:extLst>
              <a:ext uri="{FF2B5EF4-FFF2-40B4-BE49-F238E27FC236}">
                <a16:creationId xmlns:a16="http://schemas.microsoft.com/office/drawing/2014/main" id="{6E3EE3F5-6EE0-6D68-2FBB-10E978298FC0}"/>
              </a:ext>
            </a:extLst>
          </p:cNvPr>
          <p:cNvSpPr/>
          <p:nvPr/>
        </p:nvSpPr>
        <p:spPr>
          <a:xfrm>
            <a:off x="3080444" y="2066215"/>
            <a:ext cx="6338644" cy="3562204"/>
          </a:xfrm>
          <a:prstGeom prst="rect">
            <a:avLst/>
          </a:prstGeom>
          <a:noFill/>
          <a:ln w="19050">
            <a:solidFill>
              <a:schemeClr val="accent1"/>
            </a:solidFill>
            <a:prstDash val="solid"/>
          </a:ln>
        </p:spPr>
        <p:txBody>
          <a:bodyPr/>
          <a:lstStyle/>
          <a:p>
            <a:endParaRPr lang="en-GB" noProof="0"/>
          </a:p>
        </p:txBody>
      </p:sp>
      <p:sp>
        <p:nvSpPr>
          <p:cNvPr id="130" name="Text 5">
            <a:extLst>
              <a:ext uri="{FF2B5EF4-FFF2-40B4-BE49-F238E27FC236}">
                <a16:creationId xmlns:a16="http://schemas.microsoft.com/office/drawing/2014/main" id="{6F86FE82-1530-84B8-1C92-A37EAEE691DD}"/>
              </a:ext>
            </a:extLst>
          </p:cNvPr>
          <p:cNvSpPr/>
          <p:nvPr/>
        </p:nvSpPr>
        <p:spPr>
          <a:xfrm>
            <a:off x="3976217" y="2188942"/>
            <a:ext cx="3252031" cy="452355"/>
          </a:xfrm>
          <a:prstGeom prst="rect">
            <a:avLst/>
          </a:prstGeom>
          <a:noFill/>
          <a:ln/>
        </p:spPr>
        <p:txBody>
          <a:bodyPr wrap="square" lIns="0" tIns="0" rIns="0" bIns="0" rtlCol="0" anchor="t"/>
          <a:lstStyle/>
          <a:p>
            <a:pPr marL="0" indent="0">
              <a:lnSpc>
                <a:spcPct val="98000"/>
              </a:lnSpc>
              <a:buNone/>
            </a:pPr>
            <a:r>
              <a:rPr lang="en-GB" sz="1400" kern="0" spc="30" noProof="0">
                <a:solidFill>
                  <a:srgbClr val="1B2330"/>
                </a:solidFill>
                <a:latin typeface="TWK Everett Medium" panose="020B0204000000000000" pitchFamily="34" charset="77"/>
                <a:ea typeface="Arial" pitchFamily="34" charset="-122"/>
                <a:cs typeface="Arial" pitchFamily="34" charset="-120"/>
              </a:rPr>
              <a:t>Trusted Application Portfolio</a:t>
            </a:r>
            <a:endParaRPr lang="en-GB" sz="1400" noProof="0">
              <a:latin typeface="TWK Everett Medium" panose="020B0204000000000000" pitchFamily="34" charset="77"/>
            </a:endParaRPr>
          </a:p>
        </p:txBody>
      </p:sp>
      <p:sp>
        <p:nvSpPr>
          <p:cNvPr id="131" name="Text 7">
            <a:extLst>
              <a:ext uri="{FF2B5EF4-FFF2-40B4-BE49-F238E27FC236}">
                <a16:creationId xmlns:a16="http://schemas.microsoft.com/office/drawing/2014/main" id="{3DC6831A-A0D5-4E2B-535A-4AAFBDE9A621}"/>
              </a:ext>
            </a:extLst>
          </p:cNvPr>
          <p:cNvSpPr/>
          <p:nvPr/>
        </p:nvSpPr>
        <p:spPr>
          <a:xfrm>
            <a:off x="8036881" y="2188942"/>
            <a:ext cx="1234440" cy="274320"/>
          </a:xfrm>
          <a:prstGeom prst="roundRect">
            <a:avLst/>
          </a:prstGeom>
          <a:solidFill>
            <a:schemeClr val="accent1"/>
          </a:solidFill>
          <a:ln/>
        </p:spPr>
        <p:txBody>
          <a:bodyPr wrap="square" lIns="0" tIns="0" rIns="0" bIns="0" rtlCol="0" anchor="ctr"/>
          <a:lstStyle/>
          <a:p>
            <a:pPr algn="ctr"/>
            <a:r>
              <a:rPr lang="en-GB" sz="1000" kern="0" spc="50" noProof="0">
                <a:solidFill>
                  <a:schemeClr val="bg1"/>
                </a:solidFill>
                <a:latin typeface="TWK Everett Medium" panose="020B0204000000000000" pitchFamily="34" charset="77"/>
                <a:cs typeface="Arial" pitchFamily="34" charset="-120"/>
              </a:rPr>
              <a:t>INITIAL</a:t>
            </a:r>
          </a:p>
        </p:txBody>
      </p:sp>
      <p:sp>
        <p:nvSpPr>
          <p:cNvPr id="132" name="Shape 8">
            <a:extLst>
              <a:ext uri="{FF2B5EF4-FFF2-40B4-BE49-F238E27FC236}">
                <a16:creationId xmlns:a16="http://schemas.microsoft.com/office/drawing/2014/main" id="{1708C7D7-E39F-7526-1521-1FE5CEA218BE}"/>
              </a:ext>
            </a:extLst>
          </p:cNvPr>
          <p:cNvSpPr/>
          <p:nvPr/>
        </p:nvSpPr>
        <p:spPr>
          <a:xfrm>
            <a:off x="3224283" y="2756545"/>
            <a:ext cx="6047038" cy="0"/>
          </a:xfrm>
          <a:prstGeom prst="line">
            <a:avLst/>
          </a:prstGeom>
          <a:noFill/>
          <a:ln w="12700">
            <a:solidFill>
              <a:schemeClr val="accent1">
                <a:lumMod val="20000"/>
                <a:lumOff val="80000"/>
              </a:schemeClr>
            </a:solidFill>
            <a:prstDash val="solid"/>
          </a:ln>
        </p:spPr>
        <p:txBody>
          <a:bodyPr/>
          <a:lstStyle/>
          <a:p>
            <a:endParaRPr lang="en-GB" noProof="0">
              <a:latin typeface="TWK Everett" panose="020B0204000000000000" pitchFamily="34" charset="77"/>
            </a:endParaRPr>
          </a:p>
        </p:txBody>
      </p:sp>
      <p:sp>
        <p:nvSpPr>
          <p:cNvPr id="133" name="Text 9">
            <a:extLst>
              <a:ext uri="{FF2B5EF4-FFF2-40B4-BE49-F238E27FC236}">
                <a16:creationId xmlns:a16="http://schemas.microsoft.com/office/drawing/2014/main" id="{70AC2081-8BC9-DC35-8C00-C460F8A441B7}"/>
              </a:ext>
            </a:extLst>
          </p:cNvPr>
          <p:cNvSpPr/>
          <p:nvPr/>
        </p:nvSpPr>
        <p:spPr>
          <a:xfrm>
            <a:off x="3239107" y="2857293"/>
            <a:ext cx="661568" cy="192897"/>
          </a:xfrm>
          <a:prstGeom prst="rect">
            <a:avLst/>
          </a:prstGeom>
          <a:noFill/>
          <a:ln/>
        </p:spPr>
        <p:txBody>
          <a:bodyPr wrap="square" lIns="0" tIns="0" rIns="0" bIns="0" rtlCol="0" anchor="ctr"/>
          <a:lstStyle/>
          <a:p>
            <a:pPr marL="0" indent="0">
              <a:buNone/>
            </a:pPr>
            <a:r>
              <a:rPr lang="en-GB" sz="1000" noProof="0">
                <a:solidFill>
                  <a:srgbClr val="1B2330"/>
                </a:solidFill>
                <a:latin typeface="TWK Everett Light" panose="020B0204000000000000" pitchFamily="34" charset="77"/>
                <a:ea typeface="Arial" pitchFamily="34" charset="-122"/>
                <a:cs typeface="Arial" pitchFamily="34" charset="-120"/>
              </a:rPr>
              <a:t>Portfolio</a:t>
            </a:r>
            <a:endParaRPr lang="en-GB" sz="1000" noProof="0">
              <a:latin typeface="TWK Everett Light" panose="020B0204000000000000" pitchFamily="34" charset="77"/>
            </a:endParaRPr>
          </a:p>
        </p:txBody>
      </p:sp>
      <p:sp>
        <p:nvSpPr>
          <p:cNvPr id="134" name="Shape 10">
            <a:extLst>
              <a:ext uri="{FF2B5EF4-FFF2-40B4-BE49-F238E27FC236}">
                <a16:creationId xmlns:a16="http://schemas.microsoft.com/office/drawing/2014/main" id="{27179245-8E56-32B3-CEAD-E9BECD643F25}"/>
              </a:ext>
            </a:extLst>
          </p:cNvPr>
          <p:cNvSpPr/>
          <p:nvPr/>
        </p:nvSpPr>
        <p:spPr>
          <a:xfrm>
            <a:off x="3869650" y="2921358"/>
            <a:ext cx="720000" cy="90000"/>
          </a:xfrm>
          <a:prstGeom prst="roundRect">
            <a:avLst>
              <a:gd name="adj" fmla="val 50000"/>
            </a:avLst>
          </a:prstGeom>
          <a:solidFill>
            <a:schemeClr val="accent1">
              <a:lumMod val="20000"/>
              <a:lumOff val="80000"/>
            </a:schemeClr>
          </a:solidFill>
          <a:ln/>
        </p:spPr>
        <p:txBody>
          <a:bodyPr/>
          <a:lstStyle/>
          <a:p>
            <a:endParaRPr lang="en-GB" noProof="0">
              <a:latin typeface="TWK Everett" panose="020B0204000000000000" pitchFamily="34" charset="77"/>
            </a:endParaRPr>
          </a:p>
        </p:txBody>
      </p:sp>
      <p:sp>
        <p:nvSpPr>
          <p:cNvPr id="135" name="Shape 11">
            <a:extLst>
              <a:ext uri="{FF2B5EF4-FFF2-40B4-BE49-F238E27FC236}">
                <a16:creationId xmlns:a16="http://schemas.microsoft.com/office/drawing/2014/main" id="{51C45620-EF2E-2DD8-CB12-207233556EBC}"/>
              </a:ext>
            </a:extLst>
          </p:cNvPr>
          <p:cNvSpPr/>
          <p:nvPr/>
        </p:nvSpPr>
        <p:spPr>
          <a:xfrm>
            <a:off x="3869650" y="2921358"/>
            <a:ext cx="144000" cy="90000"/>
          </a:xfrm>
          <a:prstGeom prst="roundRect">
            <a:avLst>
              <a:gd name="adj" fmla="val 50000"/>
            </a:avLst>
          </a:prstGeom>
          <a:solidFill>
            <a:schemeClr val="accent1"/>
          </a:solidFill>
          <a:ln/>
        </p:spPr>
        <p:txBody>
          <a:bodyPr/>
          <a:lstStyle/>
          <a:p>
            <a:endParaRPr lang="en-GB" noProof="0">
              <a:latin typeface="TWK Everett" panose="020B0204000000000000" pitchFamily="34" charset="77"/>
            </a:endParaRPr>
          </a:p>
        </p:txBody>
      </p:sp>
      <p:sp>
        <p:nvSpPr>
          <p:cNvPr id="142" name="Text 18">
            <a:extLst>
              <a:ext uri="{FF2B5EF4-FFF2-40B4-BE49-F238E27FC236}">
                <a16:creationId xmlns:a16="http://schemas.microsoft.com/office/drawing/2014/main" id="{91AD3F72-BAEE-B636-C6BB-F14DBE851452}"/>
              </a:ext>
            </a:extLst>
          </p:cNvPr>
          <p:cNvSpPr/>
          <p:nvPr/>
        </p:nvSpPr>
        <p:spPr>
          <a:xfrm>
            <a:off x="7908895" y="2864848"/>
            <a:ext cx="1476000" cy="182880"/>
          </a:xfrm>
          <a:prstGeom prst="rect">
            <a:avLst/>
          </a:prstGeom>
          <a:noFill/>
          <a:ln/>
        </p:spPr>
        <p:txBody>
          <a:bodyPr wrap="square" lIns="0" tIns="0" rIns="0" bIns="0" rtlCol="0" anchor="ctr"/>
          <a:lstStyle/>
          <a:p>
            <a:pPr marL="0" indent="0">
              <a:buNone/>
            </a:pPr>
            <a:r>
              <a:rPr lang="en-GB" sz="1000" noProof="0">
                <a:solidFill>
                  <a:srgbClr val="1B2330"/>
                </a:solidFill>
                <a:latin typeface="TWK Everett Light" panose="020B0204000000000000" pitchFamily="34" charset="77"/>
                <a:ea typeface="Arial" pitchFamily="34" charset="-122"/>
                <a:cs typeface="Arial" pitchFamily="34" charset="-120"/>
              </a:rPr>
              <a:t>Business </a:t>
            </a:r>
            <a:br>
              <a:rPr lang="en-GB" sz="1000" noProof="0">
                <a:solidFill>
                  <a:srgbClr val="1B2330"/>
                </a:solidFill>
                <a:latin typeface="TWK Everett Light" panose="020B0204000000000000" pitchFamily="34" charset="77"/>
                <a:ea typeface="Arial" pitchFamily="34" charset="-122"/>
                <a:cs typeface="Arial" pitchFamily="34" charset="-120"/>
              </a:rPr>
            </a:br>
            <a:r>
              <a:rPr lang="en-GB" sz="1000" noProof="0">
                <a:solidFill>
                  <a:srgbClr val="1B2330"/>
                </a:solidFill>
                <a:latin typeface="TWK Everett Light" panose="020B0204000000000000" pitchFamily="34" charset="77"/>
                <a:ea typeface="Arial" pitchFamily="34" charset="-122"/>
                <a:cs typeface="Arial" pitchFamily="34" charset="-120"/>
              </a:rPr>
              <a:t>Context</a:t>
            </a:r>
            <a:endParaRPr lang="en-GB" sz="1000" noProof="0">
              <a:latin typeface="TWK Everett Light" panose="020B0204000000000000" pitchFamily="34" charset="77"/>
            </a:endParaRPr>
          </a:p>
        </p:txBody>
      </p:sp>
      <p:sp>
        <p:nvSpPr>
          <p:cNvPr id="143" name="Shape 19">
            <a:extLst>
              <a:ext uri="{FF2B5EF4-FFF2-40B4-BE49-F238E27FC236}">
                <a16:creationId xmlns:a16="http://schemas.microsoft.com/office/drawing/2014/main" id="{1C877E6C-5770-67DA-E9DA-24280FFBCEF7}"/>
              </a:ext>
            </a:extLst>
          </p:cNvPr>
          <p:cNvSpPr/>
          <p:nvPr/>
        </p:nvSpPr>
        <p:spPr>
          <a:xfrm>
            <a:off x="8523175" y="2918471"/>
            <a:ext cx="720000" cy="90000"/>
          </a:xfrm>
          <a:prstGeom prst="roundRect">
            <a:avLst>
              <a:gd name="adj" fmla="val 50000"/>
            </a:avLst>
          </a:prstGeom>
          <a:solidFill>
            <a:schemeClr val="accent1">
              <a:lumMod val="20000"/>
              <a:lumOff val="80000"/>
            </a:schemeClr>
          </a:solidFill>
          <a:ln/>
        </p:spPr>
        <p:txBody>
          <a:bodyPr/>
          <a:lstStyle/>
          <a:p>
            <a:endParaRPr lang="en-GB" noProof="0">
              <a:latin typeface="TWK Everett" panose="020B0204000000000000" pitchFamily="34" charset="77"/>
            </a:endParaRPr>
          </a:p>
        </p:txBody>
      </p:sp>
      <p:sp>
        <p:nvSpPr>
          <p:cNvPr id="144" name="Shape 20">
            <a:extLst>
              <a:ext uri="{FF2B5EF4-FFF2-40B4-BE49-F238E27FC236}">
                <a16:creationId xmlns:a16="http://schemas.microsoft.com/office/drawing/2014/main" id="{6D519CEC-B4A3-FD77-33F3-0096814A8BAA}"/>
              </a:ext>
            </a:extLst>
          </p:cNvPr>
          <p:cNvSpPr/>
          <p:nvPr/>
        </p:nvSpPr>
        <p:spPr>
          <a:xfrm>
            <a:off x="8523175" y="2918471"/>
            <a:ext cx="144000" cy="90000"/>
          </a:xfrm>
          <a:prstGeom prst="roundRect">
            <a:avLst>
              <a:gd name="adj" fmla="val 50000"/>
            </a:avLst>
          </a:prstGeom>
          <a:solidFill>
            <a:schemeClr val="accent1"/>
          </a:solidFill>
          <a:ln/>
        </p:spPr>
        <p:txBody>
          <a:bodyPr/>
          <a:lstStyle/>
          <a:p>
            <a:endParaRPr lang="en-GB" noProof="0">
              <a:latin typeface="TWK Everett" panose="020B0204000000000000" pitchFamily="34" charset="77"/>
            </a:endParaRPr>
          </a:p>
        </p:txBody>
      </p:sp>
      <p:sp>
        <p:nvSpPr>
          <p:cNvPr id="150" name="Text 9">
            <a:extLst>
              <a:ext uri="{FF2B5EF4-FFF2-40B4-BE49-F238E27FC236}">
                <a16:creationId xmlns:a16="http://schemas.microsoft.com/office/drawing/2014/main" id="{AB9C37EF-6231-13AA-A2E6-D59315DB66A5}"/>
              </a:ext>
            </a:extLst>
          </p:cNvPr>
          <p:cNvSpPr/>
          <p:nvPr/>
        </p:nvSpPr>
        <p:spPr>
          <a:xfrm>
            <a:off x="3224283" y="3097464"/>
            <a:ext cx="3793317" cy="182881"/>
          </a:xfrm>
          <a:prstGeom prst="rect">
            <a:avLst/>
          </a:prstGeom>
          <a:noFill/>
          <a:ln/>
        </p:spPr>
        <p:txBody>
          <a:bodyPr wrap="square" lIns="0" tIns="0" rIns="0" bIns="0" rtlCol="0" anchor="ctr"/>
          <a:lstStyle/>
          <a:p>
            <a:pPr marL="0" indent="0">
              <a:buNone/>
            </a:pPr>
            <a:r>
              <a:rPr lang="en-GB" sz="1050" noProof="0">
                <a:solidFill>
                  <a:srgbClr val="1B2330"/>
                </a:solidFill>
                <a:latin typeface="TWK Everett Medium" panose="020B0204000000000000" pitchFamily="34" charset="77"/>
                <a:ea typeface="Arial" pitchFamily="34" charset="-122"/>
                <a:cs typeface="Arial" pitchFamily="34" charset="-120"/>
              </a:rPr>
              <a:t>Why this matters</a:t>
            </a:r>
          </a:p>
        </p:txBody>
      </p:sp>
      <p:sp>
        <p:nvSpPr>
          <p:cNvPr id="151" name="Shape 8">
            <a:extLst>
              <a:ext uri="{FF2B5EF4-FFF2-40B4-BE49-F238E27FC236}">
                <a16:creationId xmlns:a16="http://schemas.microsoft.com/office/drawing/2014/main" id="{34C61AF1-304C-74D1-5A87-89E6E41A06B6}"/>
              </a:ext>
            </a:extLst>
          </p:cNvPr>
          <p:cNvSpPr/>
          <p:nvPr/>
        </p:nvSpPr>
        <p:spPr>
          <a:xfrm>
            <a:off x="4618298" y="3192414"/>
            <a:ext cx="4653023" cy="0"/>
          </a:xfrm>
          <a:prstGeom prst="line">
            <a:avLst/>
          </a:prstGeom>
          <a:noFill/>
          <a:ln w="12700">
            <a:solidFill>
              <a:schemeClr val="accent1">
                <a:lumMod val="20000"/>
                <a:lumOff val="80000"/>
              </a:schemeClr>
            </a:solidFill>
            <a:prstDash val="solid"/>
          </a:ln>
        </p:spPr>
        <p:txBody>
          <a:bodyPr/>
          <a:lstStyle/>
          <a:p>
            <a:endParaRPr lang="en-GB" noProof="0">
              <a:latin typeface="TWK Everett" panose="020B0204000000000000" pitchFamily="34" charset="77"/>
            </a:endParaRPr>
          </a:p>
        </p:txBody>
      </p:sp>
      <p:sp>
        <p:nvSpPr>
          <p:cNvPr id="156" name="Text 9">
            <a:extLst>
              <a:ext uri="{FF2B5EF4-FFF2-40B4-BE49-F238E27FC236}">
                <a16:creationId xmlns:a16="http://schemas.microsoft.com/office/drawing/2014/main" id="{EA0C59F1-97D2-693A-9F25-C3A517E31A83}"/>
              </a:ext>
            </a:extLst>
          </p:cNvPr>
          <p:cNvSpPr/>
          <p:nvPr/>
        </p:nvSpPr>
        <p:spPr>
          <a:xfrm>
            <a:off x="9642040" y="2025134"/>
            <a:ext cx="2401369" cy="235684"/>
          </a:xfrm>
          <a:prstGeom prst="rect">
            <a:avLst/>
          </a:prstGeom>
          <a:noFill/>
          <a:ln/>
        </p:spPr>
        <p:txBody>
          <a:bodyPr wrap="square" lIns="0" tIns="0" rIns="0" bIns="0" rtlCol="0" anchor="ctr"/>
          <a:lstStyle/>
          <a:p>
            <a:pPr marL="0" indent="0">
              <a:buNone/>
            </a:pPr>
            <a:r>
              <a:rPr lang="en-GB" sz="1000" noProof="0">
                <a:solidFill>
                  <a:srgbClr val="1A1A1A"/>
                </a:solidFill>
                <a:latin typeface="TWK Everett Medium" panose="020B0204000000000000" pitchFamily="34" charset="77"/>
                <a:ea typeface="Arial" pitchFamily="34" charset="-122"/>
                <a:cs typeface="Arial" pitchFamily="34" charset="-120"/>
              </a:rPr>
              <a:t>THE IMPACT</a:t>
            </a:r>
            <a:endParaRPr lang="en-GB" sz="1000" noProof="0">
              <a:latin typeface="TWK Everett Medium" panose="020B0204000000000000" pitchFamily="34" charset="77"/>
            </a:endParaRPr>
          </a:p>
        </p:txBody>
      </p:sp>
      <p:cxnSp>
        <p:nvCxnSpPr>
          <p:cNvPr id="157" name="Straight Connector 156">
            <a:extLst>
              <a:ext uri="{FF2B5EF4-FFF2-40B4-BE49-F238E27FC236}">
                <a16:creationId xmlns:a16="http://schemas.microsoft.com/office/drawing/2014/main" id="{9B2C070C-2BC7-F10C-EFD4-C30564C6579A}"/>
              </a:ext>
            </a:extLst>
          </p:cNvPr>
          <p:cNvCxnSpPr>
            <a:cxnSpLocks/>
          </p:cNvCxnSpPr>
          <p:nvPr/>
        </p:nvCxnSpPr>
        <p:spPr>
          <a:xfrm>
            <a:off x="9642040" y="2289046"/>
            <a:ext cx="63182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E1B49A6C-C264-F473-4664-A76C7A065F7D}"/>
              </a:ext>
            </a:extLst>
          </p:cNvPr>
          <p:cNvCxnSpPr>
            <a:cxnSpLocks/>
          </p:cNvCxnSpPr>
          <p:nvPr/>
        </p:nvCxnSpPr>
        <p:spPr>
          <a:xfrm>
            <a:off x="9547650" y="2025134"/>
            <a:ext cx="0" cy="3603287"/>
          </a:xfrm>
          <a:prstGeom prst="line">
            <a:avLst/>
          </a:prstGeom>
          <a:ln>
            <a:solidFill>
              <a:schemeClr val="bg1">
                <a:lumMod val="85000"/>
              </a:schemeClr>
            </a:solidFill>
          </a:ln>
          <a:effectLst/>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53ACBFF0-E318-0349-A904-66F9A2197FC5}"/>
              </a:ext>
            </a:extLst>
          </p:cNvPr>
          <p:cNvSpPr txBox="1"/>
          <p:nvPr/>
        </p:nvSpPr>
        <p:spPr>
          <a:xfrm>
            <a:off x="10191991" y="2414052"/>
            <a:ext cx="1851396" cy="692497"/>
          </a:xfrm>
          <a:prstGeom prst="rect">
            <a:avLst/>
          </a:prstGeom>
          <a:noFill/>
        </p:spPr>
        <p:txBody>
          <a:bodyPr wrap="square" lIns="0" tIns="0" rIns="0" bIns="0" rtlCol="0">
            <a:spAutoFit/>
          </a:bodyPr>
          <a:lstStyle/>
          <a:p>
            <a:pPr>
              <a:spcAft>
                <a:spcPts val="600"/>
              </a:spcAft>
            </a:pPr>
            <a:r>
              <a:rPr lang="en-GB" sz="1000" noProof="0">
                <a:latin typeface="TWK Everett Medium" panose="020B0204000000000000" pitchFamily="34" charset="77"/>
              </a:rPr>
              <a:t>Rationalisation</a:t>
            </a:r>
          </a:p>
          <a:p>
            <a:pPr>
              <a:spcAft>
                <a:spcPts val="600"/>
              </a:spcAft>
            </a:pPr>
            <a:r>
              <a:rPr lang="en-GB" sz="1000" noProof="0">
                <a:latin typeface="TWK Everett Light" panose="020B0204000000000000" pitchFamily="34" charset="77"/>
              </a:rPr>
              <a:t>Portfolio duplication and overlap cannot be identified consistently</a:t>
            </a:r>
          </a:p>
        </p:txBody>
      </p:sp>
      <p:sp>
        <p:nvSpPr>
          <p:cNvPr id="154" name="TextBox 153">
            <a:extLst>
              <a:ext uri="{FF2B5EF4-FFF2-40B4-BE49-F238E27FC236}">
                <a16:creationId xmlns:a16="http://schemas.microsoft.com/office/drawing/2014/main" id="{5291D05B-322C-24BD-CF0A-EA292DAC5999}"/>
              </a:ext>
            </a:extLst>
          </p:cNvPr>
          <p:cNvSpPr txBox="1"/>
          <p:nvPr/>
        </p:nvSpPr>
        <p:spPr>
          <a:xfrm>
            <a:off x="10188349" y="3255159"/>
            <a:ext cx="1941159"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Investment decisions</a:t>
            </a:r>
            <a:endParaRPr lang="en-GB" sz="1000" noProof="0">
              <a:latin typeface="TWK Everett" panose="020B0204000000000000" pitchFamily="34" charset="77"/>
            </a:endParaRPr>
          </a:p>
          <a:p>
            <a:pPr>
              <a:spcBef>
                <a:spcPts val="600"/>
              </a:spcBef>
            </a:pPr>
            <a:r>
              <a:rPr lang="en-GB" sz="1000" noProof="0">
                <a:latin typeface="TWK Everett Light" panose="020B0204000000000000" pitchFamily="34" charset="77"/>
              </a:rPr>
              <a:t>Application investment and retirement decisions rely on incomplete information</a:t>
            </a:r>
          </a:p>
        </p:txBody>
      </p:sp>
      <p:sp>
        <p:nvSpPr>
          <p:cNvPr id="155" name="TextBox 154">
            <a:extLst>
              <a:ext uri="{FF2B5EF4-FFF2-40B4-BE49-F238E27FC236}">
                <a16:creationId xmlns:a16="http://schemas.microsoft.com/office/drawing/2014/main" id="{445B26CF-9EA5-5A60-53C1-33C27F3319D1}"/>
              </a:ext>
            </a:extLst>
          </p:cNvPr>
          <p:cNvSpPr txBox="1"/>
          <p:nvPr/>
        </p:nvSpPr>
        <p:spPr>
          <a:xfrm>
            <a:off x="10191987" y="4096266"/>
            <a:ext cx="1851411"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Portfolio management</a:t>
            </a:r>
          </a:p>
          <a:p>
            <a:pPr>
              <a:spcBef>
                <a:spcPts val="600"/>
              </a:spcBef>
            </a:pPr>
            <a:r>
              <a:rPr lang="en-GB" sz="1000" noProof="0">
                <a:latin typeface="TWK Everett Light" panose="020B0204000000000000" pitchFamily="34" charset="77"/>
              </a:rPr>
              <a:t>Application estate size, composition and lifecycle status cannot be assessed</a:t>
            </a:r>
          </a:p>
        </p:txBody>
      </p:sp>
      <p:sp>
        <p:nvSpPr>
          <p:cNvPr id="153" name="TextBox 152">
            <a:extLst>
              <a:ext uri="{FF2B5EF4-FFF2-40B4-BE49-F238E27FC236}">
                <a16:creationId xmlns:a16="http://schemas.microsoft.com/office/drawing/2014/main" id="{C140CEC8-5D85-391C-C7F8-662162D564FD}"/>
              </a:ext>
            </a:extLst>
          </p:cNvPr>
          <p:cNvSpPr txBox="1"/>
          <p:nvPr/>
        </p:nvSpPr>
        <p:spPr>
          <a:xfrm>
            <a:off x="10204672" y="4937373"/>
            <a:ext cx="1838717" cy="692497"/>
          </a:xfrm>
          <a:prstGeom prst="rect">
            <a:avLst/>
          </a:prstGeom>
          <a:noFill/>
        </p:spPr>
        <p:txBody>
          <a:bodyPr wrap="square" lIns="0" tIns="0" rIns="0" bIns="0" rtlCol="0">
            <a:spAutoFit/>
          </a:bodyPr>
          <a:lstStyle/>
          <a:p>
            <a:pPr>
              <a:spcBef>
                <a:spcPts val="600"/>
              </a:spcBef>
            </a:pPr>
            <a:r>
              <a:rPr lang="en-GB" sz="1000" noProof="0">
                <a:latin typeface="TWK Everett Medium" panose="020B0204000000000000" pitchFamily="34" charset="77"/>
              </a:rPr>
              <a:t>Transformation planning</a:t>
            </a:r>
          </a:p>
          <a:p>
            <a:pPr>
              <a:spcBef>
                <a:spcPts val="600"/>
              </a:spcBef>
            </a:pPr>
            <a:r>
              <a:rPr lang="en-GB" sz="1000" noProof="0">
                <a:latin typeface="TWK Everett Light" panose="020B0204000000000000" pitchFamily="34" charset="77"/>
              </a:rPr>
              <a:t>Transformation initiatives require significant manual validation and reconciliation</a:t>
            </a:r>
          </a:p>
        </p:txBody>
      </p:sp>
      <p:sp>
        <p:nvSpPr>
          <p:cNvPr id="174" name="Freeform 173">
            <a:extLst>
              <a:ext uri="{FF2B5EF4-FFF2-40B4-BE49-F238E27FC236}">
                <a16:creationId xmlns:a16="http://schemas.microsoft.com/office/drawing/2014/main" id="{79275CA1-7F1A-C9C0-03F2-ED59C5576AD2}"/>
              </a:ext>
            </a:extLst>
          </p:cNvPr>
          <p:cNvSpPr/>
          <p:nvPr/>
        </p:nvSpPr>
        <p:spPr>
          <a:xfrm>
            <a:off x="230808" y="5851145"/>
            <a:ext cx="302035" cy="401108"/>
          </a:xfrm>
          <a:custGeom>
            <a:avLst/>
            <a:gdLst>
              <a:gd name="csX0" fmla="*/ 245383 w 834470"/>
              <a:gd name="csY0" fmla="*/ 0 h 1153371"/>
              <a:gd name="csX1" fmla="*/ 834470 w 834470"/>
              <a:gd name="csY1" fmla="*/ 0 h 1153371"/>
              <a:gd name="csX2" fmla="*/ 589087 w 834470"/>
              <a:gd name="csY2" fmla="*/ 1153371 h 1153371"/>
              <a:gd name="csX3" fmla="*/ 0 w 834470"/>
              <a:gd name="csY3" fmla="*/ 1153371 h 1153371"/>
            </a:gdLst>
            <a:ahLst/>
            <a:cxnLst>
              <a:cxn ang="0">
                <a:pos x="csX0" y="csY0"/>
              </a:cxn>
              <a:cxn ang="0">
                <a:pos x="csX1" y="csY1"/>
              </a:cxn>
              <a:cxn ang="0">
                <a:pos x="csX2" y="csY2"/>
              </a:cxn>
              <a:cxn ang="0">
                <a:pos x="csX3" y="csY3"/>
              </a:cxn>
            </a:cxnLst>
            <a:rect l="l" t="t" r="r" b="b"/>
            <a:pathLst>
              <a:path w="834470" h="1153371">
                <a:moveTo>
                  <a:pt x="245383" y="0"/>
                </a:moveTo>
                <a:lnTo>
                  <a:pt x="834470" y="0"/>
                </a:lnTo>
                <a:lnTo>
                  <a:pt x="589087" y="1153371"/>
                </a:lnTo>
                <a:lnTo>
                  <a:pt x="0" y="1153371"/>
                </a:lnTo>
                <a:close/>
              </a:path>
            </a:pathLst>
          </a:custGeom>
          <a:solidFill>
            <a:srgbClr val="00004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75" name="Freeform 174">
            <a:extLst>
              <a:ext uri="{FF2B5EF4-FFF2-40B4-BE49-F238E27FC236}">
                <a16:creationId xmlns:a16="http://schemas.microsoft.com/office/drawing/2014/main" id="{A23ED4D9-4021-275C-CE10-C6947519A70E}"/>
              </a:ext>
            </a:extLst>
          </p:cNvPr>
          <p:cNvSpPr/>
          <p:nvPr/>
        </p:nvSpPr>
        <p:spPr>
          <a:xfrm>
            <a:off x="536627" y="5851145"/>
            <a:ext cx="302035" cy="401108"/>
          </a:xfrm>
          <a:custGeom>
            <a:avLst/>
            <a:gdLst>
              <a:gd name="csX0" fmla="*/ 245383 w 834470"/>
              <a:gd name="csY0" fmla="*/ 0 h 1153371"/>
              <a:gd name="csX1" fmla="*/ 834470 w 834470"/>
              <a:gd name="csY1" fmla="*/ 0 h 1153371"/>
              <a:gd name="csX2" fmla="*/ 589087 w 834470"/>
              <a:gd name="csY2" fmla="*/ 1153371 h 1153371"/>
              <a:gd name="csX3" fmla="*/ 0 w 834470"/>
              <a:gd name="csY3" fmla="*/ 1153371 h 1153371"/>
            </a:gdLst>
            <a:ahLst/>
            <a:cxnLst>
              <a:cxn ang="0">
                <a:pos x="csX0" y="csY0"/>
              </a:cxn>
              <a:cxn ang="0">
                <a:pos x="csX1" y="csY1"/>
              </a:cxn>
              <a:cxn ang="0">
                <a:pos x="csX2" y="csY2"/>
              </a:cxn>
              <a:cxn ang="0">
                <a:pos x="csX3" y="csY3"/>
              </a:cxn>
            </a:cxnLst>
            <a:rect l="l" t="t" r="r" b="b"/>
            <a:pathLst>
              <a:path w="834470" h="1153371">
                <a:moveTo>
                  <a:pt x="245383" y="0"/>
                </a:moveTo>
                <a:lnTo>
                  <a:pt x="834470" y="0"/>
                </a:lnTo>
                <a:lnTo>
                  <a:pt x="589087" y="1153371"/>
                </a:lnTo>
                <a:lnTo>
                  <a:pt x="0" y="1153371"/>
                </a:lnTo>
                <a:close/>
              </a:path>
            </a:pathLst>
          </a:custGeom>
          <a:solidFill>
            <a:srgbClr val="F5F2F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76" name="Text Placeholder 5">
            <a:extLst>
              <a:ext uri="{FF2B5EF4-FFF2-40B4-BE49-F238E27FC236}">
                <a16:creationId xmlns:a16="http://schemas.microsoft.com/office/drawing/2014/main" id="{8B45FE99-2DE4-0C5B-CC5E-C172F15A7722}"/>
              </a:ext>
            </a:extLst>
          </p:cNvPr>
          <p:cNvSpPr txBox="1">
            <a:spLocks/>
          </p:cNvSpPr>
          <p:nvPr/>
        </p:nvSpPr>
        <p:spPr>
          <a:xfrm>
            <a:off x="643961" y="5851145"/>
            <a:ext cx="11548039" cy="401108"/>
          </a:xfrm>
          <a:prstGeom prst="rect">
            <a:avLst/>
          </a:prstGeom>
          <a:solidFill>
            <a:srgbClr val="F5F2FA"/>
          </a:solidFill>
        </p:spPr>
        <p:txBody>
          <a:bodyPr lIns="108000" tIns="108000" rIns="108000" bIns="108000"/>
          <a:lstStyle>
            <a:lvl1pPr marL="285750" indent="-285750" algn="l" defTabSz="914400" rtl="0" eaLnBrk="1" latinLnBrk="0" hangingPunct="1">
              <a:lnSpc>
                <a:spcPct val="100000"/>
              </a:lnSpc>
              <a:spcBef>
                <a:spcPts val="1000"/>
              </a:spcBef>
              <a:buClr>
                <a:schemeClr val="tx2"/>
              </a:buClr>
              <a:buFont typeface="System Font Regular"/>
              <a:buChar char="–"/>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1pPr>
            <a:lvl2pPr marL="514350" indent="-225425" algn="l" defTabSz="914400" rtl="0" eaLnBrk="1" latinLnBrk="0" hangingPunct="1">
              <a:lnSpc>
                <a:spcPct val="100000"/>
              </a:lnSpc>
              <a:spcBef>
                <a:spcPts val="500"/>
              </a:spcBef>
              <a:buClr>
                <a:schemeClr val="tx2"/>
              </a:buClr>
              <a:buFont typeface="Arial" panose="020B0604020202020204" pitchFamily="34" charset="0"/>
              <a:buChar char="•"/>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2pPr>
            <a:lvl3pPr marL="457200" indent="0" algn="l" defTabSz="914400" rtl="0" eaLnBrk="1" latinLnBrk="0" hangingPunct="1">
              <a:lnSpc>
                <a:spcPct val="100000"/>
              </a:lnSpc>
              <a:spcBef>
                <a:spcPts val="500"/>
              </a:spcBef>
              <a:buClr>
                <a:srgbClr val="3D3C3C"/>
              </a:buClr>
              <a:buSzPct val="90000"/>
              <a:buFont typeface="Courier New" panose="02070309020205020404" pitchFamily="49" charset="0"/>
              <a:buNone/>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3pPr>
            <a:lvl4pPr marL="1030288" indent="-288925" algn="l" defTabSz="914400" rtl="0" eaLnBrk="1" latinLnBrk="0" hangingPunct="1">
              <a:lnSpc>
                <a:spcPct val="100000"/>
              </a:lnSpc>
              <a:spcBef>
                <a:spcPts val="500"/>
              </a:spcBef>
              <a:buClr>
                <a:schemeClr val="tx2"/>
              </a:buClr>
              <a:buFont typeface="System Font Regular"/>
              <a:buChar char="–"/>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4pPr>
            <a:lvl5pPr marL="1257300" indent="-214313" algn="l" defTabSz="914400" rtl="0" eaLnBrk="1" latinLnBrk="0" hangingPunct="1">
              <a:lnSpc>
                <a:spcPct val="100000"/>
              </a:lnSpc>
              <a:spcBef>
                <a:spcPts val="500"/>
              </a:spcBef>
              <a:buClr>
                <a:schemeClr val="tx2"/>
              </a:buClr>
              <a:buFont typeface="Arial" panose="020B0604020202020204" pitchFamily="34" charset="0"/>
              <a:buChar char="•"/>
              <a:tabLst/>
              <a:defRPr sz="1400" b="0" i="0" kern="1200">
                <a:solidFill>
                  <a:schemeClr val="tx2"/>
                </a:solidFill>
                <a:latin typeface="Arial" panose="020B0604020202020204" pitchFamily="34" charset="0"/>
                <a:ea typeface="Arial" panose="020B0604020202020204"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200" b="1" noProof="0">
                <a:solidFill>
                  <a:srgbClr val="000050"/>
                </a:solidFill>
                <a:latin typeface="TWK Everett" panose="020B0204000000000000" pitchFamily="34" charset="77"/>
              </a:rPr>
              <a:t>So What? </a:t>
            </a:r>
            <a:r>
              <a:rPr lang="en-GB" sz="1200" noProof="0">
                <a:solidFill>
                  <a:schemeClr val="tx1"/>
                </a:solidFill>
                <a:latin typeface="TWK Everett Light" panose="020B0204000000000000" pitchFamily="34" charset="77"/>
              </a:rPr>
              <a:t>Enterprise rationalisation and transformation planning cannot be performed with confidence at scale.</a:t>
            </a:r>
            <a:endParaRPr lang="en-GB" sz="1200" b="1" noProof="0">
              <a:solidFill>
                <a:schemeClr val="bg1"/>
              </a:solidFill>
              <a:latin typeface="TWK Everett" panose="020B0204000000000000" pitchFamily="34" charset="77"/>
            </a:endParaRPr>
          </a:p>
        </p:txBody>
      </p:sp>
      <p:sp>
        <p:nvSpPr>
          <p:cNvPr id="179" name="TextBox 178">
            <a:extLst>
              <a:ext uri="{FF2B5EF4-FFF2-40B4-BE49-F238E27FC236}">
                <a16:creationId xmlns:a16="http://schemas.microsoft.com/office/drawing/2014/main" id="{968250A9-AD31-4E6E-B842-B144A86FE4BA}"/>
              </a:ext>
            </a:extLst>
          </p:cNvPr>
          <p:cNvSpPr txBox="1"/>
          <p:nvPr/>
        </p:nvSpPr>
        <p:spPr>
          <a:xfrm>
            <a:off x="675690" y="3374098"/>
            <a:ext cx="2029394" cy="307777"/>
          </a:xfrm>
          <a:prstGeom prst="rect">
            <a:avLst/>
          </a:prstGeom>
          <a:noFill/>
        </p:spPr>
        <p:txBody>
          <a:bodyPr wrap="square" lIns="0" tIns="0" rIns="0" bIns="0" rtlCol="0">
            <a:spAutoFit/>
          </a:bodyPr>
          <a:lstStyle/>
          <a:p>
            <a:pPr>
              <a:spcAft>
                <a:spcPts val="600"/>
              </a:spcAft>
            </a:pPr>
            <a:r>
              <a:rPr lang="en-GB" sz="1000" noProof="0">
                <a:latin typeface="TWK Everett Light" panose="020B0204000000000000" pitchFamily="34" charset="77"/>
              </a:rPr>
              <a:t>CMDB contains ~33.9k infrastructure CIs</a:t>
            </a:r>
          </a:p>
        </p:txBody>
      </p:sp>
      <p:sp>
        <p:nvSpPr>
          <p:cNvPr id="180" name="TextBox 179">
            <a:extLst>
              <a:ext uri="{FF2B5EF4-FFF2-40B4-BE49-F238E27FC236}">
                <a16:creationId xmlns:a16="http://schemas.microsoft.com/office/drawing/2014/main" id="{60879CEC-127A-A64F-52BB-4898D53AC0DC}"/>
              </a:ext>
            </a:extLst>
          </p:cNvPr>
          <p:cNvSpPr txBox="1"/>
          <p:nvPr/>
        </p:nvSpPr>
        <p:spPr>
          <a:xfrm>
            <a:off x="675688" y="3837896"/>
            <a:ext cx="2175795" cy="461665"/>
          </a:xfrm>
          <a:prstGeom prst="rect">
            <a:avLst/>
          </a:prstGeom>
          <a:noFill/>
        </p:spPr>
        <p:txBody>
          <a:bodyPr wrap="square" lIns="0" tIns="0" rIns="0" bIns="0" rtlCol="0">
            <a:spAutoFit/>
          </a:bodyPr>
          <a:lstStyle/>
          <a:p>
            <a:pPr>
              <a:spcAft>
                <a:spcPts val="600"/>
              </a:spcAft>
            </a:pPr>
            <a:r>
              <a:rPr lang="en-GB" sz="1000" noProof="0">
                <a:latin typeface="TWK Everett Light" panose="020B0204000000000000" pitchFamily="34" charset="77"/>
              </a:rPr>
              <a:t>Operational population reduces to ~8.7k CIs after removing retired/non-operational records</a:t>
            </a:r>
          </a:p>
        </p:txBody>
      </p:sp>
      <p:sp>
        <p:nvSpPr>
          <p:cNvPr id="181" name="TextBox 180">
            <a:extLst>
              <a:ext uri="{FF2B5EF4-FFF2-40B4-BE49-F238E27FC236}">
                <a16:creationId xmlns:a16="http://schemas.microsoft.com/office/drawing/2014/main" id="{2580C575-D5C9-2C1B-C8B3-918347D543FB}"/>
              </a:ext>
            </a:extLst>
          </p:cNvPr>
          <p:cNvSpPr txBox="1"/>
          <p:nvPr/>
        </p:nvSpPr>
        <p:spPr>
          <a:xfrm>
            <a:off x="675687" y="4463277"/>
            <a:ext cx="2029397" cy="307777"/>
          </a:xfrm>
          <a:prstGeom prst="rect">
            <a:avLst/>
          </a:prstGeom>
          <a:noFill/>
        </p:spPr>
        <p:txBody>
          <a:bodyPr wrap="square" lIns="0" tIns="0" rIns="0" bIns="0" rtlCol="0">
            <a:spAutoFit/>
          </a:bodyPr>
          <a:lstStyle/>
          <a:p>
            <a:pPr>
              <a:spcAft>
                <a:spcPts val="600"/>
              </a:spcAft>
            </a:pPr>
            <a:r>
              <a:rPr lang="en-GB" sz="1000" noProof="0">
                <a:latin typeface="TWK Everett Light" panose="020B0204000000000000" pitchFamily="34" charset="77"/>
              </a:rPr>
              <a:t>Discovery data provides visibility into active infrastructure assets</a:t>
            </a:r>
          </a:p>
        </p:txBody>
      </p:sp>
      <p:sp>
        <p:nvSpPr>
          <p:cNvPr id="182" name="TextBox 181">
            <a:extLst>
              <a:ext uri="{FF2B5EF4-FFF2-40B4-BE49-F238E27FC236}">
                <a16:creationId xmlns:a16="http://schemas.microsoft.com/office/drawing/2014/main" id="{379AC151-C40A-776E-6DB9-354CDA384F0D}"/>
              </a:ext>
            </a:extLst>
          </p:cNvPr>
          <p:cNvSpPr txBox="1"/>
          <p:nvPr/>
        </p:nvSpPr>
        <p:spPr>
          <a:xfrm>
            <a:off x="675686" y="5088659"/>
            <a:ext cx="2029397" cy="307777"/>
          </a:xfrm>
          <a:prstGeom prst="rect">
            <a:avLst/>
          </a:prstGeom>
          <a:noFill/>
        </p:spPr>
        <p:txBody>
          <a:bodyPr wrap="square" lIns="0" tIns="0" rIns="0" bIns="0" rtlCol="0">
            <a:spAutoFit/>
          </a:bodyPr>
          <a:lstStyle/>
          <a:p>
            <a:pPr>
              <a:spcAft>
                <a:spcPts val="600"/>
              </a:spcAft>
            </a:pPr>
            <a:r>
              <a:rPr lang="en-GB" sz="1000" noProof="0">
                <a:latin typeface="TWK Everett Light" panose="020B0204000000000000" pitchFamily="34" charset="77"/>
              </a:rPr>
              <a:t>Total estate size cannot currently be quantified with confidence</a:t>
            </a:r>
          </a:p>
        </p:txBody>
      </p:sp>
      <p:pic>
        <p:nvPicPr>
          <p:cNvPr id="185" name="Picture 184">
            <a:extLst>
              <a:ext uri="{FF2B5EF4-FFF2-40B4-BE49-F238E27FC236}">
                <a16:creationId xmlns:a16="http://schemas.microsoft.com/office/drawing/2014/main" id="{BC110431-35A5-B416-60EF-85855692634C}"/>
              </a:ext>
            </a:extLst>
          </p:cNvPr>
          <p:cNvPicPr>
            <a:picLocks noChangeAspect="1"/>
          </p:cNvPicPr>
          <p:nvPr/>
        </p:nvPicPr>
        <p:blipFill>
          <a:blip r:embed="rId5"/>
          <a:srcRect l="10199" t="80329" r="69000" b="3359"/>
          <a:stretch>
            <a:fillRect/>
          </a:stretch>
        </p:blipFill>
        <p:spPr>
          <a:xfrm>
            <a:off x="353079" y="2166611"/>
            <a:ext cx="639236" cy="585970"/>
          </a:xfrm>
          <a:prstGeom prst="rect">
            <a:avLst/>
          </a:prstGeom>
        </p:spPr>
      </p:pic>
      <p:sp>
        <p:nvSpPr>
          <p:cNvPr id="186" name="Rounded Rectangle 185">
            <a:extLst>
              <a:ext uri="{FF2B5EF4-FFF2-40B4-BE49-F238E27FC236}">
                <a16:creationId xmlns:a16="http://schemas.microsoft.com/office/drawing/2014/main" id="{6B75ACF7-E565-22C1-EBC2-AB3E26376A72}"/>
              </a:ext>
            </a:extLst>
          </p:cNvPr>
          <p:cNvSpPr/>
          <p:nvPr/>
        </p:nvSpPr>
        <p:spPr>
          <a:xfrm>
            <a:off x="10659269" y="137662"/>
            <a:ext cx="1300955" cy="262890"/>
          </a:xfrm>
          <a:prstGeom prst="roundRect">
            <a:avLst>
              <a:gd name="adj" fmla="val 11396"/>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en-GB" sz="1000" b="1" noProof="0">
                <a:solidFill>
                  <a:schemeClr val="bg1">
                    <a:lumMod val="50000"/>
                  </a:schemeClr>
                </a:solidFill>
                <a:latin typeface="TWK Everett Light" panose="020B0204000000000000" pitchFamily="34" charset="77"/>
              </a:rPr>
              <a:t>CONSTRAINT 1</a:t>
            </a:r>
          </a:p>
        </p:txBody>
      </p:sp>
      <p:pic>
        <p:nvPicPr>
          <p:cNvPr id="189" name="Picture 188">
            <a:extLst>
              <a:ext uri="{FF2B5EF4-FFF2-40B4-BE49-F238E27FC236}">
                <a16:creationId xmlns:a16="http://schemas.microsoft.com/office/drawing/2014/main" id="{26CC3882-404F-54B4-57AB-E6C0829EB02D}"/>
              </a:ext>
            </a:extLst>
          </p:cNvPr>
          <p:cNvPicPr>
            <a:picLocks noChangeAspect="1"/>
          </p:cNvPicPr>
          <p:nvPr/>
        </p:nvPicPr>
        <p:blipFill>
          <a:blip r:embed="rId6"/>
          <a:srcRect l="8711" t="39643" r="82966" b="54709"/>
          <a:stretch>
            <a:fillRect/>
          </a:stretch>
        </p:blipFill>
        <p:spPr>
          <a:xfrm>
            <a:off x="351083" y="3378544"/>
            <a:ext cx="192015" cy="193656"/>
          </a:xfrm>
          <a:prstGeom prst="rect">
            <a:avLst/>
          </a:prstGeom>
        </p:spPr>
      </p:pic>
      <p:pic>
        <p:nvPicPr>
          <p:cNvPr id="190" name="Picture 189">
            <a:extLst>
              <a:ext uri="{FF2B5EF4-FFF2-40B4-BE49-F238E27FC236}">
                <a16:creationId xmlns:a16="http://schemas.microsoft.com/office/drawing/2014/main" id="{ECC23EFC-BE63-AD02-D4EB-DDF4F3A29248}"/>
              </a:ext>
            </a:extLst>
          </p:cNvPr>
          <p:cNvPicPr>
            <a:picLocks noChangeAspect="1"/>
          </p:cNvPicPr>
          <p:nvPr/>
        </p:nvPicPr>
        <p:blipFill>
          <a:blip r:embed="rId6"/>
          <a:srcRect l="8711" t="39643" r="82966" b="54709"/>
          <a:stretch>
            <a:fillRect/>
          </a:stretch>
        </p:blipFill>
        <p:spPr>
          <a:xfrm>
            <a:off x="348101" y="3845911"/>
            <a:ext cx="192015" cy="193656"/>
          </a:xfrm>
          <a:prstGeom prst="rect">
            <a:avLst/>
          </a:prstGeom>
        </p:spPr>
      </p:pic>
      <p:pic>
        <p:nvPicPr>
          <p:cNvPr id="191" name="Picture 190">
            <a:extLst>
              <a:ext uri="{FF2B5EF4-FFF2-40B4-BE49-F238E27FC236}">
                <a16:creationId xmlns:a16="http://schemas.microsoft.com/office/drawing/2014/main" id="{1DEB9960-F5D2-E439-0199-7C2DDEA1D5A7}"/>
              </a:ext>
            </a:extLst>
          </p:cNvPr>
          <p:cNvPicPr>
            <a:picLocks noChangeAspect="1"/>
          </p:cNvPicPr>
          <p:nvPr/>
        </p:nvPicPr>
        <p:blipFill>
          <a:blip r:embed="rId6"/>
          <a:srcRect l="8711" t="39643" r="82966" b="54709"/>
          <a:stretch>
            <a:fillRect/>
          </a:stretch>
        </p:blipFill>
        <p:spPr>
          <a:xfrm>
            <a:off x="352675" y="4478263"/>
            <a:ext cx="192015" cy="193656"/>
          </a:xfrm>
          <a:prstGeom prst="rect">
            <a:avLst/>
          </a:prstGeom>
        </p:spPr>
      </p:pic>
      <p:pic>
        <p:nvPicPr>
          <p:cNvPr id="192" name="Picture 191">
            <a:extLst>
              <a:ext uri="{FF2B5EF4-FFF2-40B4-BE49-F238E27FC236}">
                <a16:creationId xmlns:a16="http://schemas.microsoft.com/office/drawing/2014/main" id="{FFFD5A14-0A8D-ABBA-C999-C03C645C275D}"/>
              </a:ext>
            </a:extLst>
          </p:cNvPr>
          <p:cNvPicPr>
            <a:picLocks noChangeAspect="1"/>
          </p:cNvPicPr>
          <p:nvPr/>
        </p:nvPicPr>
        <p:blipFill>
          <a:blip r:embed="rId6"/>
          <a:srcRect l="8711" t="39643" r="82966" b="54709"/>
          <a:stretch>
            <a:fillRect/>
          </a:stretch>
        </p:blipFill>
        <p:spPr>
          <a:xfrm>
            <a:off x="352461" y="5099284"/>
            <a:ext cx="192015" cy="193656"/>
          </a:xfrm>
          <a:prstGeom prst="rect">
            <a:avLst/>
          </a:prstGeom>
        </p:spPr>
      </p:pic>
      <p:sp>
        <p:nvSpPr>
          <p:cNvPr id="194" name="Shape 4">
            <a:extLst>
              <a:ext uri="{FF2B5EF4-FFF2-40B4-BE49-F238E27FC236}">
                <a16:creationId xmlns:a16="http://schemas.microsoft.com/office/drawing/2014/main" id="{5B531AFD-A0A6-5ADA-A32A-9F8D7308CDFF}"/>
              </a:ext>
            </a:extLst>
          </p:cNvPr>
          <p:cNvSpPr/>
          <p:nvPr/>
        </p:nvSpPr>
        <p:spPr>
          <a:xfrm>
            <a:off x="3239254" y="3416173"/>
            <a:ext cx="6032067" cy="430887"/>
          </a:xfrm>
          <a:prstGeom prst="rect">
            <a:avLst/>
          </a:prstGeom>
          <a:solidFill>
            <a:srgbClr val="FFF9F9"/>
          </a:solidFill>
          <a:ln w="19050">
            <a:noFill/>
            <a:prstDash val="solid"/>
          </a:ln>
        </p:spPr>
        <p:txBody>
          <a:bodyPr lIns="720000"/>
          <a:lstStyle/>
          <a:p>
            <a:pPr>
              <a:spcAft>
                <a:spcPts val="300"/>
              </a:spcAft>
            </a:pPr>
            <a:r>
              <a:rPr lang="en-GB" sz="1000" noProof="0">
                <a:latin typeface="TWK Everett Medium" panose="020B0204000000000000" pitchFamily="34" charset="77"/>
              </a:rPr>
              <a:t>No single enterprise application inventory</a:t>
            </a:r>
          </a:p>
          <a:p>
            <a:pPr>
              <a:spcAft>
                <a:spcPts val="300"/>
              </a:spcAft>
            </a:pPr>
            <a:r>
              <a:rPr lang="en-GB" sz="1000" noProof="0">
                <a:latin typeface="TWK Everett Light" panose="020B0204000000000000" pitchFamily="34" charset="77"/>
              </a:rPr>
              <a:t>Applications are captured differently across </a:t>
            </a:r>
            <a:r>
              <a:rPr lang="en-GB" sz="1000" noProof="0" err="1">
                <a:latin typeface="TWK Everett Light" panose="020B0204000000000000" pitchFamily="34" charset="77"/>
              </a:rPr>
              <a:t>OpCo’s</a:t>
            </a:r>
            <a:r>
              <a:rPr lang="en-GB" sz="1000" noProof="0">
                <a:latin typeface="TWK Everett Light" panose="020B0204000000000000" pitchFamily="34" charset="77"/>
              </a:rPr>
              <a:t> and tools</a:t>
            </a:r>
          </a:p>
        </p:txBody>
      </p:sp>
      <p:pic>
        <p:nvPicPr>
          <p:cNvPr id="195" name="Picture 194">
            <a:extLst>
              <a:ext uri="{FF2B5EF4-FFF2-40B4-BE49-F238E27FC236}">
                <a16:creationId xmlns:a16="http://schemas.microsoft.com/office/drawing/2014/main" id="{E8C6268A-3264-9D4E-55C7-CDE525AEF424}"/>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rcRect l="5200" t="6393" r="64930" b="69723"/>
          <a:stretch>
            <a:fillRect/>
          </a:stretch>
        </p:blipFill>
        <p:spPr>
          <a:xfrm>
            <a:off x="3239689" y="2173221"/>
            <a:ext cx="524602" cy="502210"/>
          </a:xfrm>
          <a:prstGeom prst="rect">
            <a:avLst/>
          </a:prstGeom>
        </p:spPr>
      </p:pic>
      <p:sp>
        <p:nvSpPr>
          <p:cNvPr id="196" name="Text 9">
            <a:extLst>
              <a:ext uri="{FF2B5EF4-FFF2-40B4-BE49-F238E27FC236}">
                <a16:creationId xmlns:a16="http://schemas.microsoft.com/office/drawing/2014/main" id="{ADEF6B92-5BFC-3AA4-5068-0E41988E5C17}"/>
              </a:ext>
            </a:extLst>
          </p:cNvPr>
          <p:cNvSpPr/>
          <p:nvPr/>
        </p:nvSpPr>
        <p:spPr>
          <a:xfrm>
            <a:off x="4752535" y="2859984"/>
            <a:ext cx="661568" cy="192897"/>
          </a:xfrm>
          <a:prstGeom prst="rect">
            <a:avLst/>
          </a:prstGeom>
          <a:noFill/>
          <a:ln/>
        </p:spPr>
        <p:txBody>
          <a:bodyPr wrap="square" lIns="0" tIns="0" rIns="0" bIns="0" rtlCol="0" anchor="ctr"/>
          <a:lstStyle/>
          <a:p>
            <a:pPr marL="0" indent="0">
              <a:buNone/>
            </a:pPr>
            <a:r>
              <a:rPr lang="en-GB" sz="1000" noProof="0">
                <a:solidFill>
                  <a:srgbClr val="1B2330"/>
                </a:solidFill>
                <a:latin typeface="TWK Everett Light" panose="020B0204000000000000" pitchFamily="34" charset="77"/>
                <a:ea typeface="Arial" pitchFamily="34" charset="-122"/>
                <a:cs typeface="Arial" pitchFamily="34" charset="-120"/>
              </a:rPr>
              <a:t>Lifecycle</a:t>
            </a:r>
            <a:endParaRPr lang="en-GB" sz="1000" noProof="0">
              <a:latin typeface="TWK Everett Light" panose="020B0204000000000000" pitchFamily="34" charset="77"/>
            </a:endParaRPr>
          </a:p>
        </p:txBody>
      </p:sp>
      <p:sp>
        <p:nvSpPr>
          <p:cNvPr id="197" name="Shape 10">
            <a:extLst>
              <a:ext uri="{FF2B5EF4-FFF2-40B4-BE49-F238E27FC236}">
                <a16:creationId xmlns:a16="http://schemas.microsoft.com/office/drawing/2014/main" id="{E3439E66-294C-D9C8-7AA8-15B6BD25895F}"/>
              </a:ext>
            </a:extLst>
          </p:cNvPr>
          <p:cNvSpPr/>
          <p:nvPr/>
        </p:nvSpPr>
        <p:spPr>
          <a:xfrm>
            <a:off x="5383078" y="2924049"/>
            <a:ext cx="720000" cy="90000"/>
          </a:xfrm>
          <a:prstGeom prst="roundRect">
            <a:avLst>
              <a:gd name="adj" fmla="val 50000"/>
            </a:avLst>
          </a:prstGeom>
          <a:solidFill>
            <a:schemeClr val="accent1">
              <a:lumMod val="20000"/>
              <a:lumOff val="80000"/>
            </a:schemeClr>
          </a:solidFill>
          <a:ln/>
        </p:spPr>
        <p:txBody>
          <a:bodyPr/>
          <a:lstStyle/>
          <a:p>
            <a:endParaRPr lang="en-GB" noProof="0">
              <a:latin typeface="TWK Everett" panose="020B0204000000000000" pitchFamily="34" charset="77"/>
            </a:endParaRPr>
          </a:p>
        </p:txBody>
      </p:sp>
      <p:sp>
        <p:nvSpPr>
          <p:cNvPr id="198" name="Shape 11">
            <a:extLst>
              <a:ext uri="{FF2B5EF4-FFF2-40B4-BE49-F238E27FC236}">
                <a16:creationId xmlns:a16="http://schemas.microsoft.com/office/drawing/2014/main" id="{8E00B79C-1331-3EEF-ABFC-7879C16E12C3}"/>
              </a:ext>
            </a:extLst>
          </p:cNvPr>
          <p:cNvSpPr/>
          <p:nvPr/>
        </p:nvSpPr>
        <p:spPr>
          <a:xfrm>
            <a:off x="5383078" y="2924049"/>
            <a:ext cx="144000" cy="90000"/>
          </a:xfrm>
          <a:prstGeom prst="roundRect">
            <a:avLst>
              <a:gd name="adj" fmla="val 50000"/>
            </a:avLst>
          </a:prstGeom>
          <a:solidFill>
            <a:schemeClr val="accent1"/>
          </a:solidFill>
          <a:ln/>
        </p:spPr>
        <p:txBody>
          <a:bodyPr/>
          <a:lstStyle/>
          <a:p>
            <a:endParaRPr lang="en-GB" noProof="0">
              <a:latin typeface="TWK Everett" panose="020B0204000000000000" pitchFamily="34" charset="77"/>
            </a:endParaRPr>
          </a:p>
        </p:txBody>
      </p:sp>
      <p:sp>
        <p:nvSpPr>
          <p:cNvPr id="199" name="Text 9">
            <a:extLst>
              <a:ext uri="{FF2B5EF4-FFF2-40B4-BE49-F238E27FC236}">
                <a16:creationId xmlns:a16="http://schemas.microsoft.com/office/drawing/2014/main" id="{6297C766-012E-C7E2-C897-B110647396DB}"/>
              </a:ext>
            </a:extLst>
          </p:cNvPr>
          <p:cNvSpPr/>
          <p:nvPr/>
        </p:nvSpPr>
        <p:spPr>
          <a:xfrm>
            <a:off x="6303385" y="2859985"/>
            <a:ext cx="720000" cy="184238"/>
          </a:xfrm>
          <a:prstGeom prst="rect">
            <a:avLst/>
          </a:prstGeom>
          <a:noFill/>
          <a:ln/>
        </p:spPr>
        <p:txBody>
          <a:bodyPr wrap="square" lIns="0" tIns="0" rIns="0" bIns="0" rtlCol="0" anchor="ctr"/>
          <a:lstStyle/>
          <a:p>
            <a:pPr marL="0" indent="0">
              <a:buNone/>
            </a:pPr>
            <a:r>
              <a:rPr lang="en-GB" sz="1000" noProof="0">
                <a:solidFill>
                  <a:srgbClr val="1B2330"/>
                </a:solidFill>
                <a:latin typeface="TWK Everett Light" panose="020B0204000000000000" pitchFamily="34" charset="77"/>
                <a:ea typeface="Arial" pitchFamily="34" charset="-122"/>
                <a:cs typeface="Arial" pitchFamily="34" charset="-120"/>
              </a:rPr>
              <a:t>Ownership</a:t>
            </a:r>
            <a:endParaRPr lang="en-GB" sz="1000" noProof="0">
              <a:latin typeface="TWK Everett Light" panose="020B0204000000000000" pitchFamily="34" charset="77"/>
            </a:endParaRPr>
          </a:p>
        </p:txBody>
      </p:sp>
      <p:sp>
        <p:nvSpPr>
          <p:cNvPr id="200" name="Shape 10">
            <a:extLst>
              <a:ext uri="{FF2B5EF4-FFF2-40B4-BE49-F238E27FC236}">
                <a16:creationId xmlns:a16="http://schemas.microsoft.com/office/drawing/2014/main" id="{C28E0DDB-70BD-B583-A712-359C8660014E}"/>
              </a:ext>
            </a:extLst>
          </p:cNvPr>
          <p:cNvSpPr/>
          <p:nvPr/>
        </p:nvSpPr>
        <p:spPr>
          <a:xfrm>
            <a:off x="7022828" y="2924049"/>
            <a:ext cx="720000" cy="90000"/>
          </a:xfrm>
          <a:prstGeom prst="roundRect">
            <a:avLst>
              <a:gd name="adj" fmla="val 50000"/>
            </a:avLst>
          </a:prstGeom>
          <a:solidFill>
            <a:schemeClr val="accent1">
              <a:lumMod val="20000"/>
              <a:lumOff val="80000"/>
            </a:schemeClr>
          </a:solidFill>
          <a:ln/>
        </p:spPr>
        <p:txBody>
          <a:bodyPr/>
          <a:lstStyle/>
          <a:p>
            <a:endParaRPr lang="en-GB" noProof="0">
              <a:latin typeface="TWK Everett" panose="020B0204000000000000" pitchFamily="34" charset="77"/>
            </a:endParaRPr>
          </a:p>
        </p:txBody>
      </p:sp>
      <p:sp>
        <p:nvSpPr>
          <p:cNvPr id="201" name="Shape 11">
            <a:extLst>
              <a:ext uri="{FF2B5EF4-FFF2-40B4-BE49-F238E27FC236}">
                <a16:creationId xmlns:a16="http://schemas.microsoft.com/office/drawing/2014/main" id="{8138D9A1-C7B8-CA2F-1C89-348C45DEC3EC}"/>
              </a:ext>
            </a:extLst>
          </p:cNvPr>
          <p:cNvSpPr/>
          <p:nvPr/>
        </p:nvSpPr>
        <p:spPr>
          <a:xfrm>
            <a:off x="7022828" y="2924049"/>
            <a:ext cx="144000" cy="90000"/>
          </a:xfrm>
          <a:prstGeom prst="roundRect">
            <a:avLst>
              <a:gd name="adj" fmla="val 50000"/>
            </a:avLst>
          </a:prstGeom>
          <a:solidFill>
            <a:schemeClr val="accent1"/>
          </a:solidFill>
          <a:ln/>
        </p:spPr>
        <p:txBody>
          <a:bodyPr/>
          <a:lstStyle/>
          <a:p>
            <a:endParaRPr lang="en-GB" noProof="0">
              <a:latin typeface="TWK Everett" panose="020B0204000000000000" pitchFamily="34" charset="77"/>
            </a:endParaRPr>
          </a:p>
        </p:txBody>
      </p:sp>
      <p:sp>
        <p:nvSpPr>
          <p:cNvPr id="202" name="Shape 4">
            <a:extLst>
              <a:ext uri="{FF2B5EF4-FFF2-40B4-BE49-F238E27FC236}">
                <a16:creationId xmlns:a16="http://schemas.microsoft.com/office/drawing/2014/main" id="{FD995D04-AAC6-094C-ECCA-707E8DBFC52C}"/>
              </a:ext>
            </a:extLst>
          </p:cNvPr>
          <p:cNvSpPr/>
          <p:nvPr/>
        </p:nvSpPr>
        <p:spPr>
          <a:xfrm>
            <a:off x="3239254" y="3935782"/>
            <a:ext cx="6032067" cy="430887"/>
          </a:xfrm>
          <a:prstGeom prst="rect">
            <a:avLst/>
          </a:prstGeom>
          <a:solidFill>
            <a:srgbClr val="FFF9F9"/>
          </a:solidFill>
          <a:ln w="19050">
            <a:noFill/>
            <a:prstDash val="solid"/>
          </a:ln>
        </p:spPr>
        <p:txBody>
          <a:bodyPr lIns="720000"/>
          <a:lstStyle/>
          <a:p>
            <a:pPr>
              <a:spcAft>
                <a:spcPts val="300"/>
              </a:spcAft>
            </a:pPr>
            <a:r>
              <a:rPr lang="en-GB" sz="1000" noProof="0">
                <a:latin typeface="TWK Everett Medium" panose="020B0204000000000000" pitchFamily="34" charset="77"/>
              </a:rPr>
              <a:t>Multiple fragmented repositories</a:t>
            </a:r>
          </a:p>
          <a:p>
            <a:pPr>
              <a:spcAft>
                <a:spcPts val="300"/>
              </a:spcAft>
            </a:pPr>
            <a:r>
              <a:rPr lang="en-GB" sz="1000" noProof="0">
                <a:latin typeface="TWK Everett Light" panose="020B0204000000000000" pitchFamily="34" charset="77"/>
              </a:rPr>
              <a:t>Information is duplicated, inconsistent, and not integrated</a:t>
            </a:r>
          </a:p>
        </p:txBody>
      </p:sp>
      <p:sp>
        <p:nvSpPr>
          <p:cNvPr id="203" name="Shape 4">
            <a:extLst>
              <a:ext uri="{FF2B5EF4-FFF2-40B4-BE49-F238E27FC236}">
                <a16:creationId xmlns:a16="http://schemas.microsoft.com/office/drawing/2014/main" id="{05717C3A-E2E7-6D9A-30D3-1EB18718D229}"/>
              </a:ext>
            </a:extLst>
          </p:cNvPr>
          <p:cNvSpPr/>
          <p:nvPr/>
        </p:nvSpPr>
        <p:spPr>
          <a:xfrm>
            <a:off x="3239254" y="4455714"/>
            <a:ext cx="6032067" cy="430887"/>
          </a:xfrm>
          <a:prstGeom prst="rect">
            <a:avLst/>
          </a:prstGeom>
          <a:solidFill>
            <a:srgbClr val="FFF9F9"/>
          </a:solidFill>
          <a:ln w="19050">
            <a:noFill/>
            <a:prstDash val="solid"/>
          </a:ln>
        </p:spPr>
        <p:txBody>
          <a:bodyPr lIns="720000"/>
          <a:lstStyle/>
          <a:p>
            <a:pPr>
              <a:spcAft>
                <a:spcPts val="300"/>
              </a:spcAft>
            </a:pPr>
            <a:r>
              <a:rPr lang="en-GB" sz="1000" noProof="0">
                <a:latin typeface="TWK Everett Medium" panose="020B0204000000000000" pitchFamily="34" charset="77"/>
              </a:rPr>
              <a:t>Ownership and lifecycle data incomplete</a:t>
            </a:r>
          </a:p>
          <a:p>
            <a:pPr>
              <a:spcAft>
                <a:spcPts val="300"/>
              </a:spcAft>
            </a:pPr>
            <a:r>
              <a:rPr lang="en-GB" sz="1000" noProof="0">
                <a:latin typeface="TWK Everett Light" panose="020B0204000000000000" pitchFamily="34" charset="77"/>
              </a:rPr>
              <a:t>Key attributes are missing, outdated, or inconsistently maintained</a:t>
            </a:r>
          </a:p>
        </p:txBody>
      </p:sp>
      <p:sp>
        <p:nvSpPr>
          <p:cNvPr id="204" name="Shape 4">
            <a:extLst>
              <a:ext uri="{FF2B5EF4-FFF2-40B4-BE49-F238E27FC236}">
                <a16:creationId xmlns:a16="http://schemas.microsoft.com/office/drawing/2014/main" id="{8C35918F-3CAB-FB8B-5DDE-66BC3F7DBE6A}"/>
              </a:ext>
            </a:extLst>
          </p:cNvPr>
          <p:cNvSpPr/>
          <p:nvPr/>
        </p:nvSpPr>
        <p:spPr>
          <a:xfrm>
            <a:off x="3239254" y="4975646"/>
            <a:ext cx="6032067" cy="430887"/>
          </a:xfrm>
          <a:prstGeom prst="rect">
            <a:avLst/>
          </a:prstGeom>
          <a:solidFill>
            <a:srgbClr val="FFF9F9"/>
          </a:solidFill>
          <a:ln w="19050">
            <a:noFill/>
            <a:prstDash val="solid"/>
          </a:ln>
        </p:spPr>
        <p:txBody>
          <a:bodyPr lIns="720000"/>
          <a:lstStyle/>
          <a:p>
            <a:pPr>
              <a:spcAft>
                <a:spcPts val="300"/>
              </a:spcAft>
            </a:pPr>
            <a:r>
              <a:rPr lang="en-GB" sz="1000" noProof="0">
                <a:latin typeface="TWK Everett Medium" panose="020B0204000000000000" pitchFamily="34" charset="77"/>
              </a:rPr>
              <a:t>Business context and value data lacking</a:t>
            </a:r>
          </a:p>
          <a:p>
            <a:pPr>
              <a:spcAft>
                <a:spcPts val="300"/>
              </a:spcAft>
            </a:pPr>
            <a:r>
              <a:rPr lang="en-GB" sz="1000" noProof="0">
                <a:latin typeface="TWK Everett Light" panose="020B0204000000000000" pitchFamily="34" charset="77"/>
              </a:rPr>
              <a:t>Purpose, usage, and criticality are not consistently recorded</a:t>
            </a:r>
          </a:p>
        </p:txBody>
      </p:sp>
      <p:pic>
        <p:nvPicPr>
          <p:cNvPr id="205" name="Picture 204">
            <a:extLst>
              <a:ext uri="{FF2B5EF4-FFF2-40B4-BE49-F238E27FC236}">
                <a16:creationId xmlns:a16="http://schemas.microsoft.com/office/drawing/2014/main" id="{6D562742-8926-29FB-883A-02942FACCF88}"/>
              </a:ext>
            </a:extLst>
          </p:cNvPr>
          <p:cNvPicPr>
            <a:picLocks noChangeAspect="1"/>
          </p:cNvPicPr>
          <p:nvPr/>
        </p:nvPicPr>
        <p:blipFill>
          <a:blip r:embed="rId9"/>
          <a:srcRect l="9157" t="21033" r="20034" b="16751"/>
          <a:stretch>
            <a:fillRect/>
          </a:stretch>
        </p:blipFill>
        <p:spPr>
          <a:xfrm>
            <a:off x="3400540" y="3509397"/>
            <a:ext cx="256245" cy="257316"/>
          </a:xfrm>
          <a:prstGeom prst="ellipse">
            <a:avLst/>
          </a:prstGeom>
        </p:spPr>
      </p:pic>
      <p:pic>
        <p:nvPicPr>
          <p:cNvPr id="209" name="Picture 208">
            <a:extLst>
              <a:ext uri="{FF2B5EF4-FFF2-40B4-BE49-F238E27FC236}">
                <a16:creationId xmlns:a16="http://schemas.microsoft.com/office/drawing/2014/main" id="{0562AABB-D04E-6E3B-521E-633B30788AE3}"/>
              </a:ext>
            </a:extLst>
          </p:cNvPr>
          <p:cNvPicPr>
            <a:picLocks noChangeAspect="1"/>
          </p:cNvPicPr>
          <p:nvPr/>
        </p:nvPicPr>
        <p:blipFill>
          <a:blip r:embed="rId9"/>
          <a:srcRect l="9157" t="21033" r="20034" b="16751"/>
          <a:stretch>
            <a:fillRect/>
          </a:stretch>
        </p:blipFill>
        <p:spPr>
          <a:xfrm>
            <a:off x="3400540" y="4026136"/>
            <a:ext cx="256245" cy="257316"/>
          </a:xfrm>
          <a:prstGeom prst="ellipse">
            <a:avLst/>
          </a:prstGeom>
        </p:spPr>
      </p:pic>
      <p:pic>
        <p:nvPicPr>
          <p:cNvPr id="210" name="Picture 209">
            <a:extLst>
              <a:ext uri="{FF2B5EF4-FFF2-40B4-BE49-F238E27FC236}">
                <a16:creationId xmlns:a16="http://schemas.microsoft.com/office/drawing/2014/main" id="{1396B075-0C73-03E5-A49D-FA646CD08056}"/>
              </a:ext>
            </a:extLst>
          </p:cNvPr>
          <p:cNvPicPr>
            <a:picLocks noChangeAspect="1"/>
          </p:cNvPicPr>
          <p:nvPr/>
        </p:nvPicPr>
        <p:blipFill>
          <a:blip r:embed="rId9"/>
          <a:srcRect l="9157" t="21033" r="20034" b="16751"/>
          <a:stretch>
            <a:fillRect/>
          </a:stretch>
        </p:blipFill>
        <p:spPr>
          <a:xfrm>
            <a:off x="3400540" y="4533528"/>
            <a:ext cx="256245" cy="257316"/>
          </a:xfrm>
          <a:prstGeom prst="ellipse">
            <a:avLst/>
          </a:prstGeom>
        </p:spPr>
      </p:pic>
      <p:pic>
        <p:nvPicPr>
          <p:cNvPr id="211" name="Picture 210">
            <a:extLst>
              <a:ext uri="{FF2B5EF4-FFF2-40B4-BE49-F238E27FC236}">
                <a16:creationId xmlns:a16="http://schemas.microsoft.com/office/drawing/2014/main" id="{0B82FE9D-7A02-FF02-B7B5-AFDB09507C80}"/>
              </a:ext>
            </a:extLst>
          </p:cNvPr>
          <p:cNvPicPr>
            <a:picLocks noChangeAspect="1"/>
          </p:cNvPicPr>
          <p:nvPr/>
        </p:nvPicPr>
        <p:blipFill>
          <a:blip r:embed="rId9"/>
          <a:srcRect l="9157" t="21033" r="20034" b="16751"/>
          <a:stretch>
            <a:fillRect/>
          </a:stretch>
        </p:blipFill>
        <p:spPr>
          <a:xfrm>
            <a:off x="3400540" y="5061779"/>
            <a:ext cx="256245" cy="257316"/>
          </a:xfrm>
          <a:prstGeom prst="ellipse">
            <a:avLst/>
          </a:prstGeom>
        </p:spPr>
      </p:pic>
      <p:pic>
        <p:nvPicPr>
          <p:cNvPr id="212" name="Picture 211">
            <a:extLst>
              <a:ext uri="{FF2B5EF4-FFF2-40B4-BE49-F238E27FC236}">
                <a16:creationId xmlns:a16="http://schemas.microsoft.com/office/drawing/2014/main" id="{76AF8F1B-BC4F-1F63-B82D-01B7A0E02674}"/>
              </a:ext>
            </a:extLst>
          </p:cNvPr>
          <p:cNvPicPr>
            <a:picLocks noChangeAspect="1"/>
          </p:cNvPicPr>
          <p:nvPr/>
        </p:nvPicPr>
        <p:blipFill>
          <a:blip r:embed="rId10"/>
          <a:srcRect l="4512" t="29293" r="68199" b="51359"/>
          <a:stretch>
            <a:fillRect/>
          </a:stretch>
        </p:blipFill>
        <p:spPr>
          <a:xfrm>
            <a:off x="9605846" y="5004675"/>
            <a:ext cx="484568" cy="557894"/>
          </a:xfrm>
          <a:prstGeom prst="rect">
            <a:avLst/>
          </a:prstGeom>
        </p:spPr>
      </p:pic>
      <p:pic>
        <p:nvPicPr>
          <p:cNvPr id="215" name="Picture 214">
            <a:extLst>
              <a:ext uri="{FF2B5EF4-FFF2-40B4-BE49-F238E27FC236}">
                <a16:creationId xmlns:a16="http://schemas.microsoft.com/office/drawing/2014/main" id="{EA8005E0-4829-5FF9-6C2F-881E4B6CB575}"/>
              </a:ext>
            </a:extLst>
          </p:cNvPr>
          <p:cNvPicPr>
            <a:picLocks noChangeAspect="1"/>
          </p:cNvPicPr>
          <p:nvPr/>
        </p:nvPicPr>
        <p:blipFill>
          <a:blip r:embed="rId11"/>
          <a:srcRect l="7491" t="41578" r="67588" b="39925"/>
          <a:stretch>
            <a:fillRect/>
          </a:stretch>
        </p:blipFill>
        <p:spPr>
          <a:xfrm>
            <a:off x="9629544" y="3258191"/>
            <a:ext cx="484565" cy="440973"/>
          </a:xfrm>
          <a:prstGeom prst="rect">
            <a:avLst/>
          </a:prstGeom>
        </p:spPr>
      </p:pic>
      <p:pic>
        <p:nvPicPr>
          <p:cNvPr id="216" name="Picture 215">
            <a:extLst>
              <a:ext uri="{FF2B5EF4-FFF2-40B4-BE49-F238E27FC236}">
                <a16:creationId xmlns:a16="http://schemas.microsoft.com/office/drawing/2014/main" id="{00C6FF22-C539-F190-1A6A-085B1E3E51A3}"/>
              </a:ext>
            </a:extLst>
          </p:cNvPr>
          <p:cNvPicPr>
            <a:picLocks noChangeAspect="1"/>
          </p:cNvPicPr>
          <p:nvPr/>
        </p:nvPicPr>
        <p:blipFill>
          <a:blip r:embed="rId11"/>
          <a:srcRect l="8681" t="71779" r="66398" b="9724"/>
          <a:stretch>
            <a:fillRect/>
          </a:stretch>
        </p:blipFill>
        <p:spPr>
          <a:xfrm>
            <a:off x="9669520" y="4099818"/>
            <a:ext cx="484565" cy="440973"/>
          </a:xfrm>
          <a:prstGeom prst="rect">
            <a:avLst/>
          </a:prstGeom>
        </p:spPr>
      </p:pic>
      <p:pic>
        <p:nvPicPr>
          <p:cNvPr id="217" name="Picture 216">
            <a:extLst>
              <a:ext uri="{FF2B5EF4-FFF2-40B4-BE49-F238E27FC236}">
                <a16:creationId xmlns:a16="http://schemas.microsoft.com/office/drawing/2014/main" id="{DF7DE870-69C6-D375-4F7C-41926D12FD75}"/>
              </a:ext>
            </a:extLst>
          </p:cNvPr>
          <p:cNvPicPr>
            <a:picLocks noChangeAspect="1"/>
          </p:cNvPicPr>
          <p:nvPr/>
        </p:nvPicPr>
        <p:blipFill>
          <a:blip r:embed="rId11"/>
          <a:srcRect l="8846" t="6428" r="68544" b="72414"/>
          <a:stretch>
            <a:fillRect/>
          </a:stretch>
        </p:blipFill>
        <p:spPr>
          <a:xfrm>
            <a:off x="9658028" y="2414052"/>
            <a:ext cx="439627" cy="504419"/>
          </a:xfrm>
          <a:prstGeom prst="rect">
            <a:avLst/>
          </a:prstGeom>
        </p:spPr>
      </p:pic>
    </p:spTree>
    <p:extLst>
      <p:ext uri="{BB962C8B-B14F-4D97-AF65-F5344CB8AC3E}">
        <p14:creationId xmlns:p14="http://schemas.microsoft.com/office/powerpoint/2010/main" val="2799517387"/>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BE7E25-B372-F362-D588-AA6C88F5EEEC}"/>
              </a:ext>
            </a:extLst>
          </p:cNvPr>
          <p:cNvSpPr>
            <a:spLocks noGrp="1"/>
          </p:cNvSpPr>
          <p:nvPr>
            <p:ph idx="16"/>
          </p:nvPr>
        </p:nvSpPr>
        <p:spPr/>
        <p:txBody>
          <a:bodyPr/>
          <a:lstStyle/>
          <a:p>
            <a:r>
              <a:rPr lang="en-GB" noProof="0"/>
              <a:t>Thank You</a:t>
            </a:r>
            <a:endParaRPr lang="en-GB" noProof="0" dirty="0"/>
          </a:p>
        </p:txBody>
      </p:sp>
    </p:spTree>
    <p:extLst>
      <p:ext uri="{BB962C8B-B14F-4D97-AF65-F5344CB8AC3E}">
        <p14:creationId xmlns:p14="http://schemas.microsoft.com/office/powerpoint/2010/main" val="3214355230"/>
      </p:ext>
    </p:extLst>
  </p:cSld>
  <p:clrMapOvr>
    <a:masterClrMapping/>
  </p:clrMapOvr>
</p:sld>
</file>

<file path=ppt/theme/theme1.xml><?xml version="1.0" encoding="utf-8"?>
<a:theme xmlns:a="http://schemas.openxmlformats.org/drawingml/2006/main" name="Kyndryl Template">
  <a:themeElements>
    <a:clrScheme name="Kyndryl 20220421">
      <a:dk1>
        <a:srgbClr val="002313"/>
      </a:dk1>
      <a:lt1>
        <a:srgbClr val="FFFFFF"/>
      </a:lt1>
      <a:dk2>
        <a:srgbClr val="3D3B3B"/>
      </a:dk2>
      <a:lt2>
        <a:srgbClr val="F2F0ED"/>
      </a:lt2>
      <a:accent1>
        <a:srgbClr val="FF462D"/>
      </a:accent1>
      <a:accent2>
        <a:srgbClr val="E4F4F1"/>
      </a:accent2>
      <a:accent3>
        <a:srgbClr val="4CDD84"/>
      </a:accent3>
      <a:accent4>
        <a:srgbClr val="287079"/>
      </a:accent4>
      <a:accent5>
        <a:srgbClr val="9E9287"/>
      </a:accent5>
      <a:accent6>
        <a:srgbClr val="187E3E"/>
      </a:accent6>
      <a:hlink>
        <a:srgbClr val="FF462D"/>
      </a:hlink>
      <a:folHlink>
        <a:srgbClr val="4CDD84"/>
      </a:folHlink>
    </a:clrScheme>
    <a:fontScheme name="K">
      <a:majorFont>
        <a:latin typeface="TWK Everett"/>
        <a:ea typeface=""/>
        <a:cs typeface=""/>
      </a:majorFont>
      <a:minorFont>
        <a:latin typeface="TWK Evere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400" dirty="0">
            <a:solidFill>
              <a:schemeClr val="bg1"/>
            </a:solidFill>
            <a:latin typeface="Arial" panose="020B0604020202020204" pitchFamily="34" charset="0"/>
          </a:defRPr>
        </a:defPPr>
      </a:lstStyle>
    </a:txDef>
  </a:objectDefaults>
  <a:extraClrSchemeLst/>
  <a:custClrLst>
    <a:custClr name="White">
      <a:srgbClr val="FFFFFF"/>
    </a:custClr>
    <a:custClr name="Cloud">
      <a:srgbClr val="F2F1EE"/>
    </a:custClr>
    <a:custClr name="Spruce">
      <a:srgbClr val="29707A"/>
    </a:custClr>
    <a:custClr name="Deep Forest">
      <a:srgbClr val="042315"/>
    </a:custClr>
    <a:custClr name="Warm Red">
      <a:srgbClr val="FF462D"/>
    </a:custClr>
    <a:custClr name="Skye">
      <a:srgbClr val="E4F4F1"/>
    </a:custClr>
    <a:custClr name="Spring Green">
      <a:srgbClr val="4CDD84"/>
    </a:custClr>
    <a:custClr name="Earth">
      <a:srgbClr val="9E9287"/>
    </a:custClr>
    <a:custClr name="Dark Stone">
      <a:srgbClr val="3D3C3C"/>
    </a:custClr>
    <a:custClr name="Digital Dark Spring Green">
      <a:srgbClr val="187E3F"/>
    </a:custClr>
    <a:custClr name="Digital Dark Earth">
      <a:srgbClr val="565049"/>
    </a:custClr>
  </a:custClrLst>
  <a:extLst>
    <a:ext uri="{05A4C25C-085E-4340-85A3-A5531E510DB2}">
      <thm15:themeFamily xmlns:thm15="http://schemas.microsoft.com/office/thememl/2012/main" name="Kyndryl_Powerpoint_Template_Arial-R-2023" id="{75EDCFFB-6980-084F-B88F-EDD637D81512}" vid="{0890FAE9-6EFD-964E-A8A2-A8EBF01A6F8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C345221EFAF845996C55E0D7DE9CA7" ma:contentTypeVersion="17" ma:contentTypeDescription="Create a new document." ma:contentTypeScope="" ma:versionID="c6b62dfef881b160d450fabaeedf0dbe">
  <xsd:schema xmlns:xsd="http://www.w3.org/2001/XMLSchema" xmlns:xs="http://www.w3.org/2001/XMLSchema" xmlns:p="http://schemas.microsoft.com/office/2006/metadata/properties" xmlns:ns1="http://schemas.microsoft.com/sharepoint/v3" xmlns:ns2="85555057-9427-4813-aac4-6a9ec9c58081" xmlns:ns3="051e7001-57b8-4f1f-801f-48a10e6f1e80" targetNamespace="http://schemas.microsoft.com/office/2006/metadata/properties" ma:root="true" ma:fieldsID="eff046307dee3171a396a1c40657e705" ns1:_="" ns2:_="" ns3:_="">
    <xsd:import namespace="http://schemas.microsoft.com/sharepoint/v3"/>
    <xsd:import namespace="85555057-9427-4813-aac4-6a9ec9c58081"/>
    <xsd:import namespace="051e7001-57b8-4f1f-801f-48a10e6f1e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LengthInSeconds" minOccurs="0"/>
                <xsd:element ref="ns2:MediaServiceDateTaken"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555057-9427-4813-aac4-6a9ec9c580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54101172-0cdf-4a4d-852d-90099e45c58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51e7001-57b8-4f1f-801f-48a10e6f1e8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9d81f65a-e821-45cc-9611-ac264729490b}" ma:internalName="TaxCatchAll" ma:showField="CatchAllData" ma:web="051e7001-57b8-4f1f-801f-48a10e6f1e8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LengthInSeconds xmlns="85555057-9427-4813-aac4-6a9ec9c58081" xsi:nil="true"/>
    <lcf76f155ced4ddcb4097134ff3c332f xmlns="85555057-9427-4813-aac4-6a9ec9c58081">
      <Terms xmlns="http://schemas.microsoft.com/office/infopath/2007/PartnerControls"/>
    </lcf76f155ced4ddcb4097134ff3c332f>
    <TaxCatchAll xmlns="051e7001-57b8-4f1f-801f-48a10e6f1e80" xsi:nil="true"/>
  </documentManagement>
</p:properties>
</file>

<file path=customXml/itemProps1.xml><?xml version="1.0" encoding="utf-8"?>
<ds:datastoreItem xmlns:ds="http://schemas.openxmlformats.org/officeDocument/2006/customXml" ds:itemID="{6A8FC10D-DCE8-4931-86F4-9CA9A18D0136}">
  <ds:schemaRefs>
    <ds:schemaRef ds:uri="051e7001-57b8-4f1f-801f-48a10e6f1e80"/>
    <ds:schemaRef ds:uri="85555057-9427-4813-aac4-6a9ec9c580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1F5DE1-AF70-41E9-A02F-B159F3CD5C62}">
  <ds:schemaRefs>
    <ds:schemaRef ds:uri="http://schemas.microsoft.com/sharepoint/v3/contenttype/forms"/>
  </ds:schemaRefs>
</ds:datastoreItem>
</file>

<file path=customXml/itemProps3.xml><?xml version="1.0" encoding="utf-8"?>
<ds:datastoreItem xmlns:ds="http://schemas.openxmlformats.org/officeDocument/2006/customXml" ds:itemID="{3AC8E937-4CF1-428D-AE9A-6FF7182CED01}">
  <ds:schemaRefs>
    <ds:schemaRef ds:uri="http://purl.org/dc/elements/1.1/"/>
    <ds:schemaRef ds:uri="http://purl.org/dc/dcmitype/"/>
    <ds:schemaRef ds:uri="http://schemas.microsoft.com/office/2006/metadata/properties"/>
    <ds:schemaRef ds:uri="http://purl.org/dc/terms/"/>
    <ds:schemaRef ds:uri="http://schemas.microsoft.com/office/infopath/2007/PartnerControls"/>
    <ds:schemaRef ds:uri="http://schemas.openxmlformats.org/package/2006/metadata/core-properties"/>
    <ds:schemaRef ds:uri="051e7001-57b8-4f1f-801f-48a10e6f1e80"/>
    <ds:schemaRef ds:uri="http://schemas.microsoft.com/office/2006/documentManagement/types"/>
    <ds:schemaRef ds:uri="85555057-9427-4813-aac4-6a9ec9c58081"/>
    <ds:schemaRef ds:uri="http://schemas.microsoft.com/sharepoint/v3"/>
    <ds:schemaRef ds:uri="http://www.w3.org/XML/1998/namespace"/>
  </ds:schemaRefs>
</ds:datastoreItem>
</file>

<file path=docMetadata/LabelInfo.xml><?xml version="1.0" encoding="utf-8"?>
<clbl:labelList xmlns:clbl="http://schemas.microsoft.com/office/2020/mipLabelMetadata">
  <clbl:label id="{316fec92-2610-4452-9629-40ff25e54e47}" enabled="1" method="Standard" siteId="{f260df36-bc43-424c-8f44-c85226657b01}" removed="0"/>
</clbl:labelList>
</file>

<file path=docProps/app.xml><?xml version="1.0" encoding="utf-8"?>
<Properties xmlns="http://schemas.openxmlformats.org/officeDocument/2006/extended-properties" xmlns:vt="http://schemas.openxmlformats.org/officeDocument/2006/docPropsVTypes">
  <Template>Kyndryl_Powerpoint_Template_Arial-R-2023</Template>
  <TotalTime>73</TotalTime>
  <Words>638</Words>
  <Application>Microsoft Office PowerPoint</Application>
  <PresentationFormat>Widescreen</PresentationFormat>
  <Paragraphs>105</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Courier New</vt:lpstr>
      <vt:lpstr>System Font Regular</vt:lpstr>
      <vt:lpstr>TWK Everett</vt:lpstr>
      <vt:lpstr>TWK Everett Black</vt:lpstr>
      <vt:lpstr>TWK Everett Light</vt:lpstr>
      <vt:lpstr>TWK Everett Medium</vt:lpstr>
      <vt:lpstr>Kyndryl Template</vt:lpstr>
      <vt:lpstr>PowerPoint Presentation</vt:lpstr>
      <vt:lpstr>The Industry Is Shifting Towards XYZ Trends</vt:lpstr>
      <vt:lpstr>To Address These Company Trends, Company Is Driving The Following Priorities</vt:lpstr>
      <vt:lpstr>Transfo</vt:lpstr>
      <vt:lpstr>Three structural constraints prevent estate data from supporting transformation decisions at enterprise scale</vt:lpstr>
      <vt:lpstr>No trusted enterprise application portfolio currently exists for WPP across all OpCo’s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Alex Yim</dc:creator>
  <cp:keywords/>
  <dc:description/>
  <cp:lastModifiedBy>Muneeb Ahsan</cp:lastModifiedBy>
  <cp:revision>2</cp:revision>
  <cp:lastPrinted>2026-05-30T19:43:57Z</cp:lastPrinted>
  <dcterms:created xsi:type="dcterms:W3CDTF">2026-04-14T10:15:43Z</dcterms:created>
  <dcterms:modified xsi:type="dcterms:W3CDTF">2026-08-03T12:13:01Z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177800.000000000</vt:lpwstr>
  </property>
  <property fmtid="{D5CDD505-2E9C-101B-9397-08002B2CF9AE}" pid="3" name="xd_ProgID">
    <vt:lpwstr/>
  </property>
  <property fmtid="{D5CDD505-2E9C-101B-9397-08002B2CF9AE}" pid="4" name="MediaServiceImageTags">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lpwstr/>
  </property>
  <property fmtid="{D5CDD505-2E9C-101B-9397-08002B2CF9AE}" pid="10" name="ClassificationContentMarkingFooterLocations">
    <vt:lpwstr>Kyndryl Template:5</vt:lpwstr>
  </property>
  <property fmtid="{D5CDD505-2E9C-101B-9397-08002B2CF9AE}" pid="11" name="ClassificationContentMarkingFooterText">
    <vt:lpwstr>Kyndryl Confidential</vt:lpwstr>
  </property>
  <property fmtid="{D5CDD505-2E9C-101B-9397-08002B2CF9AE}" pid="12" name="ContentTypeId">
    <vt:lpwstr>0x01010033C345221EFAF845996C55E0D7DE9CA7</vt:lpwstr>
  </property>
</Properties>
</file>