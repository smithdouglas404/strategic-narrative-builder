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1</a:t>
            </a:r>
          </a:p>
        </p:txBody>
      </p:sp>
      <p:sp>
        <p:nvSpPr>
          <p:cNvPr id="10" name="Regular Pentagon 9"/>
          <p:cNvSpPr/>
          <p:nvPr/>
        </p:nvSpPr>
        <p:spPr>
          <a:xfrm rot="1080000">
            <a:off x="2332817" y="3018617"/>
            <a:ext cx="820765" cy="820765"/>
          </a:xfrm>
          <a:prstGeom prst="pentagon">
            <a:avLst/>
          </a:prstGeom>
          <a:noFill/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gular Pentagon 10"/>
          <p:cNvSpPr/>
          <p:nvPr/>
        </p:nvSpPr>
        <p:spPr>
          <a:xfrm rot="1080000">
            <a:off x="1922434" y="2608234"/>
            <a:ext cx="1641530" cy="1641530"/>
          </a:xfrm>
          <a:prstGeom prst="pentagon">
            <a:avLst/>
          </a:prstGeom>
          <a:noFill/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gular Pentagon 11"/>
          <p:cNvSpPr/>
          <p:nvPr/>
        </p:nvSpPr>
        <p:spPr>
          <a:xfrm rot="1080000">
            <a:off x="1499616" y="2185416"/>
            <a:ext cx="2487168" cy="2487168"/>
          </a:xfrm>
          <a:prstGeom prst="pentagon">
            <a:avLst/>
          </a:prstGeom>
          <a:noFill/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2743200.0" y="2185416.0"/>
            <a:ext cx="0.0" cy="1243584.0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40280" y="185184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Consumer Demand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743200.0" y="2653638.0582453087"/>
            <a:ext cx="972273.1222935226" cy="775361.941754691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87562" y="2404344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Margin &amp; Cost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.0" y="3429000.0"/>
            <a:ext cx="1212404.7527427208" cy="276723.47313312907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70917" y="3645805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Pricing &amp; Category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.0" y="3429000.0"/>
            <a:ext cx="539570.8758267695" cy="1120430.4686215622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76973" y="4641379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Supply &amp; Fulfilment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203629.1241732305" y="3429000.0"/>
            <a:ext cx="539570.8758267695" cy="1120430.4686215622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03586" y="4641379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Loyalty &amp; Brand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530795.247257279" y="3429000.0"/>
            <a:ext cx="1212404.752742721" cy="276723.4731331295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9642" y="3645805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Omnichannel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1770926.8777064774" y="2653638.0582453087"/>
            <a:ext cx="972273.1222935226" cy="775361.941754691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92997" y="2404344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Data / AI Enablement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43200.0" y="2185416.0"/>
            <a:ext cx="972273.1222935226" cy="468222.0582453087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720340" y="2162556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>
            <a:off x="3551469.835161814" y="2653638.0582453087"/>
            <a:ext cx="164003.28713170858" cy="959844.2571767773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692613" y="2630778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>
            <a:off x="3102913.9172178465" y="3613482.315422086"/>
            <a:ext cx="448555.9179439675" cy="562471.3303256221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528609" y="3590622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2473414.5620866152" y="3989215.234310781"/>
            <a:ext cx="629499.3551312312" cy="186738.41143692704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080053" y="4153093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2136997.6236286396" y="3567361.7365665645"/>
            <a:ext cx="336416.93845797563" cy="421853.4977442166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450554" y="3966355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2136997.6236286396" y="3170546.019415103"/>
            <a:ext cx="282111.335606853" cy="396815.71715146163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114137" y="3544501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2419108.9592354926" y="2185416.0"/>
            <a:ext cx="324091.0407645074" cy="985130.0194151029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96248" y="3147686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4572000" cy="91440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32004" cy="914400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664208"/>
            <a:ext cx="4315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938528"/>
            <a:ext cx="4315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