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Regular Pentagon 9"/>
          <p:cNvSpPr/>
          <p:nvPr/>
        </p:nvSpPr>
        <p:spPr>
          <a:xfrm rot="1080000">
            <a:off x="2332817" y="3018617"/>
            <a:ext cx="820765" cy="820765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gular Pentagon 10"/>
          <p:cNvSpPr/>
          <p:nvPr/>
        </p:nvSpPr>
        <p:spPr>
          <a:xfrm rot="1080000">
            <a:off x="1922434" y="2608234"/>
            <a:ext cx="1641530" cy="1641530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gular Pentagon 11"/>
          <p:cNvSpPr/>
          <p:nvPr/>
        </p:nvSpPr>
        <p:spPr>
          <a:xfrm rot="1080000">
            <a:off x="1499616" y="2185416"/>
            <a:ext cx="2487168" cy="2487168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.0" y="2185416.0"/>
            <a:ext cx="0.0" cy="1243584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40280" y="185184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.0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7562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Margin &amp;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.0" y="3429000.0"/>
            <a:ext cx="1212404.7527427208" cy="276723.47313312907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70917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Pricing &amp; Category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.0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76973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Supply &amp; Fulfilment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203629.1241732305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03586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Loyalty &amp; Brand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530795.247257279" y="3429000.0"/>
            <a:ext cx="1212404.752742721" cy="276723.4731331295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642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Omnichannel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770926.8777064774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2997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Data / AI Enablement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.0" y="2185416.0"/>
            <a:ext cx="972273.1222935226" cy="468222.0582453087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20340" y="216255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3551469.835161814" y="2653638.0582453087"/>
            <a:ext cx="164003.28713170858" cy="959844.257176777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92613" y="2630778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3102913.9172178465" y="3613482.315422086"/>
            <a:ext cx="448555.9179439675" cy="562471.3303256221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528609" y="3590622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473414.5620866152" y="3989215.234310781"/>
            <a:ext cx="629499.3551312312" cy="186738.41143692704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080053" y="4153093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136997.6236286396" y="3567361.7365665645"/>
            <a:ext cx="336416.93845797563" cy="421853.4977442166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50554" y="3966355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136997.6236286396" y="3170546.019415103"/>
            <a:ext cx="282111.335606853" cy="396815.7171514616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14137" y="3544501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419108.9592354926" y="2185416.0"/>
            <a:ext cx="324091.0407645074" cy="985130.0194151029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6248" y="314768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4572000" cy="91440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2004" cy="91440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664208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938528"/>
            <a:ext cx="4315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body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The Very Group Limited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652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6520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640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ASOS plc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2616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22616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1640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736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THG plc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8712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0" y="28712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7736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AO World plc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34808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34808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3832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928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N Brown Group plc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0904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40904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9928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600.9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02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Currys plc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602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9254000000.0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