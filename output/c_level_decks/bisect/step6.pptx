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52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520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40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616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2616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640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36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712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8712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7736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4808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4808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928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904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0904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928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02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02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3192"/>
            <a:ext cx="1005840" cy="244215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6202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AI value discovery and data readiness a...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.0" y="4163192.8615384614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36192" y="3814314"/>
            <a:ext cx="1005840" cy="348878"/>
          </a:xfrm>
          <a:prstGeom prst="rect">
            <a:avLst/>
          </a:prstGeom>
          <a:solidFill>
            <a:srgbClr val="3F7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361314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Cloud economics and modernisation asses...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2032.0" y="3814314.0923076924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5184" y="3360771"/>
            <a:ext cx="1005840" cy="453542"/>
          </a:xfrm>
          <a:prstGeom prst="rect">
            <a:avLst/>
          </a:prstGeom>
          <a:solidFill>
            <a:srgbClr val="3F7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3159603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Process automation and platform rationa...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21024.0" y="3360771.692307692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694176" y="2802565"/>
            <a:ext cx="1005840" cy="558206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601397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Resilience, identity and cyber risk ass...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00016.0" y="2802565.661538461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73168" y="2139696"/>
            <a:ext cx="1005840" cy="662869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193852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10M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Customer journey and digital adoption w...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139696"/>
            <a:ext cx="1005840" cy="2267712"/>
          </a:xfrm>
          <a:prstGeom prst="rect">
            <a:avLst/>
          </a:prstGeom>
          <a:solidFill>
            <a:srgbClr val="0023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193852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32M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448056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Potential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