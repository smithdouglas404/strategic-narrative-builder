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14400" y="914400"/>
            <a:ext cx="1828800" cy="1828800"/>
          </a:xfrm>
          <a:prstGeom prst="line">
            <a:avLst/>
          </a:prstGeom>
          <a:ln w="13716">
            <a:solidFill>
              <a:srgbClr val="2870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